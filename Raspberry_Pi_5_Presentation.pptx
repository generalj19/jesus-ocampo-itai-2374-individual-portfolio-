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66"/>
  </p:normalViewPr>
  <p:slideViewPr>
    <p:cSldViewPr snapToGrid="0" snapToObjects="1">
      <p:cViewPr varScale="1">
        <p:scale>
          <a:sx n="115" d="100"/>
          <a:sy n="115" d="100"/>
        </p:scale>
        <p:origin x="16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7.png"/><Relationship Id="rId7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8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7.png"/><Relationship Id="rId7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8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C1C66D-310B-4A39-9ACC-16A7D34F45C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E8DC91A-2223-4157-80BB-6D58503CB910}">
      <dgm:prSet/>
      <dgm:spPr/>
      <dgm:t>
        <a:bodyPr/>
        <a:lstStyle/>
        <a:p>
          <a:r>
            <a:rPr lang="en-US" dirty="0"/>
            <a:t>Single-board computer created by Raspberry Pi Foundation (UK)</a:t>
          </a:r>
        </a:p>
      </dgm:t>
    </dgm:pt>
    <dgm:pt modelId="{F7591ED4-E7A5-4F3A-AE93-C591FB89F362}" type="parTrans" cxnId="{1256A5D8-EBAA-4B41-AB58-98DF71AD3B72}">
      <dgm:prSet/>
      <dgm:spPr/>
      <dgm:t>
        <a:bodyPr/>
        <a:lstStyle/>
        <a:p>
          <a:endParaRPr lang="en-US"/>
        </a:p>
      </dgm:t>
    </dgm:pt>
    <dgm:pt modelId="{5DB8C5F0-D871-481C-A2A2-CD4080D1BF75}" type="sibTrans" cxnId="{1256A5D8-EBAA-4B41-AB58-98DF71AD3B72}">
      <dgm:prSet/>
      <dgm:spPr/>
      <dgm:t>
        <a:bodyPr/>
        <a:lstStyle/>
        <a:p>
          <a:endParaRPr lang="en-US"/>
        </a:p>
      </dgm:t>
    </dgm:pt>
    <dgm:pt modelId="{9CDB2DCF-77A8-4454-B2BD-9961E5227D8F}">
      <dgm:prSet/>
      <dgm:spPr/>
      <dgm:t>
        <a:bodyPr/>
        <a:lstStyle/>
        <a:p>
          <a:r>
            <a:rPr lang="en-US"/>
            <a:t>First launched in 2012, with millions sold worldwide</a:t>
          </a:r>
        </a:p>
      </dgm:t>
    </dgm:pt>
    <dgm:pt modelId="{38717FE8-388D-455D-B8C1-5C270F513082}" type="parTrans" cxnId="{878D2C25-0A1D-4F00-9664-2043D7ACB8F9}">
      <dgm:prSet/>
      <dgm:spPr/>
      <dgm:t>
        <a:bodyPr/>
        <a:lstStyle/>
        <a:p>
          <a:endParaRPr lang="en-US"/>
        </a:p>
      </dgm:t>
    </dgm:pt>
    <dgm:pt modelId="{E7648498-2D30-441E-A226-D59C43003DBD}" type="sibTrans" cxnId="{878D2C25-0A1D-4F00-9664-2043D7ACB8F9}">
      <dgm:prSet/>
      <dgm:spPr/>
      <dgm:t>
        <a:bodyPr/>
        <a:lstStyle/>
        <a:p>
          <a:endParaRPr lang="en-US"/>
        </a:p>
      </dgm:t>
    </dgm:pt>
    <dgm:pt modelId="{943A844A-8E39-475D-B274-4D2D44A9882A}">
      <dgm:prSet/>
      <dgm:spPr/>
      <dgm:t>
        <a:bodyPr/>
        <a:lstStyle/>
        <a:p>
          <a:r>
            <a:rPr lang="en-US"/>
            <a:t>Purpose: affordable and accessible computing for students, hobbyists, and engineers</a:t>
          </a:r>
        </a:p>
      </dgm:t>
    </dgm:pt>
    <dgm:pt modelId="{282C5E45-7589-441B-A593-9EB6B860EE90}" type="parTrans" cxnId="{FDD42465-01B5-4D09-B198-93B97FC5879F}">
      <dgm:prSet/>
      <dgm:spPr/>
      <dgm:t>
        <a:bodyPr/>
        <a:lstStyle/>
        <a:p>
          <a:endParaRPr lang="en-US"/>
        </a:p>
      </dgm:t>
    </dgm:pt>
    <dgm:pt modelId="{7474FFCC-2D6D-4054-ACD7-AF54E5FAFF90}" type="sibTrans" cxnId="{FDD42465-01B5-4D09-B198-93B97FC5879F}">
      <dgm:prSet/>
      <dgm:spPr/>
      <dgm:t>
        <a:bodyPr/>
        <a:lstStyle/>
        <a:p>
          <a:endParaRPr lang="en-US"/>
        </a:p>
      </dgm:t>
    </dgm:pt>
    <dgm:pt modelId="{4AA9361A-1F0C-4DBE-BD6F-FF36EFA60BE8}">
      <dgm:prSet/>
      <dgm:spPr/>
      <dgm:t>
        <a:bodyPr/>
        <a:lstStyle/>
        <a:p>
          <a:r>
            <a:rPr lang="en-US"/>
            <a:t>Used in STEM education, DIY projects, IoT, robotics, and more</a:t>
          </a:r>
        </a:p>
      </dgm:t>
    </dgm:pt>
    <dgm:pt modelId="{79C538D8-AC3D-4D1E-B480-9547EA1C6E7F}" type="parTrans" cxnId="{F36D70F9-6C90-4CB0-8638-C97F237CE28A}">
      <dgm:prSet/>
      <dgm:spPr/>
      <dgm:t>
        <a:bodyPr/>
        <a:lstStyle/>
        <a:p>
          <a:endParaRPr lang="en-US"/>
        </a:p>
      </dgm:t>
    </dgm:pt>
    <dgm:pt modelId="{2BE08B98-8255-435D-BF5E-0B4865D3C829}" type="sibTrans" cxnId="{F36D70F9-6C90-4CB0-8638-C97F237CE28A}">
      <dgm:prSet/>
      <dgm:spPr/>
      <dgm:t>
        <a:bodyPr/>
        <a:lstStyle/>
        <a:p>
          <a:endParaRPr lang="en-US"/>
        </a:p>
      </dgm:t>
    </dgm:pt>
    <dgm:pt modelId="{C1348C75-BA58-3442-AB63-6C2888DBC70F}" type="pres">
      <dgm:prSet presAssocID="{9CC1C66D-310B-4A39-9ACC-16A7D34F45C7}" presName="vert0" presStyleCnt="0">
        <dgm:presLayoutVars>
          <dgm:dir/>
          <dgm:animOne val="branch"/>
          <dgm:animLvl val="lvl"/>
        </dgm:presLayoutVars>
      </dgm:prSet>
      <dgm:spPr/>
    </dgm:pt>
    <dgm:pt modelId="{D3033274-6010-FE4E-B215-6F1FE7C31EA6}" type="pres">
      <dgm:prSet presAssocID="{3E8DC91A-2223-4157-80BB-6D58503CB910}" presName="thickLine" presStyleLbl="alignNode1" presStyleIdx="0" presStyleCnt="4"/>
      <dgm:spPr/>
    </dgm:pt>
    <dgm:pt modelId="{51144ED9-F029-EC4C-B6AA-F87495C66CB8}" type="pres">
      <dgm:prSet presAssocID="{3E8DC91A-2223-4157-80BB-6D58503CB910}" presName="horz1" presStyleCnt="0"/>
      <dgm:spPr/>
    </dgm:pt>
    <dgm:pt modelId="{8DCD3083-20B8-DF43-959C-DC489FEC65FD}" type="pres">
      <dgm:prSet presAssocID="{3E8DC91A-2223-4157-80BB-6D58503CB910}" presName="tx1" presStyleLbl="revTx" presStyleIdx="0" presStyleCnt="4"/>
      <dgm:spPr/>
    </dgm:pt>
    <dgm:pt modelId="{A969811A-CF62-934A-B9DF-BBCD9F391A82}" type="pres">
      <dgm:prSet presAssocID="{3E8DC91A-2223-4157-80BB-6D58503CB910}" presName="vert1" presStyleCnt="0"/>
      <dgm:spPr/>
    </dgm:pt>
    <dgm:pt modelId="{92FCB250-E29E-B94A-9834-E4298DE8162A}" type="pres">
      <dgm:prSet presAssocID="{9CDB2DCF-77A8-4454-B2BD-9961E5227D8F}" presName="thickLine" presStyleLbl="alignNode1" presStyleIdx="1" presStyleCnt="4"/>
      <dgm:spPr/>
    </dgm:pt>
    <dgm:pt modelId="{780F949A-AD2B-C445-AC35-B8DB18BC9006}" type="pres">
      <dgm:prSet presAssocID="{9CDB2DCF-77A8-4454-B2BD-9961E5227D8F}" presName="horz1" presStyleCnt="0"/>
      <dgm:spPr/>
    </dgm:pt>
    <dgm:pt modelId="{3E0EB9B8-E73E-8B4D-8A8B-87855AA78235}" type="pres">
      <dgm:prSet presAssocID="{9CDB2DCF-77A8-4454-B2BD-9961E5227D8F}" presName="tx1" presStyleLbl="revTx" presStyleIdx="1" presStyleCnt="4"/>
      <dgm:spPr/>
    </dgm:pt>
    <dgm:pt modelId="{4ECEE6A7-E293-F24B-A6CF-40A269C65D4C}" type="pres">
      <dgm:prSet presAssocID="{9CDB2DCF-77A8-4454-B2BD-9961E5227D8F}" presName="vert1" presStyleCnt="0"/>
      <dgm:spPr/>
    </dgm:pt>
    <dgm:pt modelId="{F550E3E2-FAF0-D949-A2E4-E53210339F7A}" type="pres">
      <dgm:prSet presAssocID="{943A844A-8E39-475D-B274-4D2D44A9882A}" presName="thickLine" presStyleLbl="alignNode1" presStyleIdx="2" presStyleCnt="4"/>
      <dgm:spPr/>
    </dgm:pt>
    <dgm:pt modelId="{7F862976-763E-1042-915A-90076B20E4D5}" type="pres">
      <dgm:prSet presAssocID="{943A844A-8E39-475D-B274-4D2D44A9882A}" presName="horz1" presStyleCnt="0"/>
      <dgm:spPr/>
    </dgm:pt>
    <dgm:pt modelId="{9DF1A91A-1FE0-1541-B781-41AA63D61885}" type="pres">
      <dgm:prSet presAssocID="{943A844A-8E39-475D-B274-4D2D44A9882A}" presName="tx1" presStyleLbl="revTx" presStyleIdx="2" presStyleCnt="4"/>
      <dgm:spPr/>
    </dgm:pt>
    <dgm:pt modelId="{DD122697-59D3-094E-A1AC-E1AA76CEC5CA}" type="pres">
      <dgm:prSet presAssocID="{943A844A-8E39-475D-B274-4D2D44A9882A}" presName="vert1" presStyleCnt="0"/>
      <dgm:spPr/>
    </dgm:pt>
    <dgm:pt modelId="{5C619128-9A88-CD4B-9CFD-0567041C3119}" type="pres">
      <dgm:prSet presAssocID="{4AA9361A-1F0C-4DBE-BD6F-FF36EFA60BE8}" presName="thickLine" presStyleLbl="alignNode1" presStyleIdx="3" presStyleCnt="4"/>
      <dgm:spPr/>
    </dgm:pt>
    <dgm:pt modelId="{5D794DF1-89B9-D942-8110-356304B83320}" type="pres">
      <dgm:prSet presAssocID="{4AA9361A-1F0C-4DBE-BD6F-FF36EFA60BE8}" presName="horz1" presStyleCnt="0"/>
      <dgm:spPr/>
    </dgm:pt>
    <dgm:pt modelId="{6328F916-39AF-8D4D-B4B1-72977EEDE8F6}" type="pres">
      <dgm:prSet presAssocID="{4AA9361A-1F0C-4DBE-BD6F-FF36EFA60BE8}" presName="tx1" presStyleLbl="revTx" presStyleIdx="3" presStyleCnt="4"/>
      <dgm:spPr/>
    </dgm:pt>
    <dgm:pt modelId="{66159738-F610-7B43-882D-03E65CDF137D}" type="pres">
      <dgm:prSet presAssocID="{4AA9361A-1F0C-4DBE-BD6F-FF36EFA60BE8}" presName="vert1" presStyleCnt="0"/>
      <dgm:spPr/>
    </dgm:pt>
  </dgm:ptLst>
  <dgm:cxnLst>
    <dgm:cxn modelId="{878D2C25-0A1D-4F00-9664-2043D7ACB8F9}" srcId="{9CC1C66D-310B-4A39-9ACC-16A7D34F45C7}" destId="{9CDB2DCF-77A8-4454-B2BD-9961E5227D8F}" srcOrd="1" destOrd="0" parTransId="{38717FE8-388D-455D-B8C1-5C270F513082}" sibTransId="{E7648498-2D30-441E-A226-D59C43003DBD}"/>
    <dgm:cxn modelId="{82920647-432E-1848-B67B-BBFEFC0A8810}" type="presOf" srcId="{3E8DC91A-2223-4157-80BB-6D58503CB910}" destId="{8DCD3083-20B8-DF43-959C-DC489FEC65FD}" srcOrd="0" destOrd="0" presId="urn:microsoft.com/office/officeart/2008/layout/LinedList"/>
    <dgm:cxn modelId="{7B59F24E-C15E-B244-A724-EADE91D5A68B}" type="presOf" srcId="{4AA9361A-1F0C-4DBE-BD6F-FF36EFA60BE8}" destId="{6328F916-39AF-8D4D-B4B1-72977EEDE8F6}" srcOrd="0" destOrd="0" presId="urn:microsoft.com/office/officeart/2008/layout/LinedList"/>
    <dgm:cxn modelId="{848A3555-4E9B-A849-9BDC-923420657FF6}" type="presOf" srcId="{9CDB2DCF-77A8-4454-B2BD-9961E5227D8F}" destId="{3E0EB9B8-E73E-8B4D-8A8B-87855AA78235}" srcOrd="0" destOrd="0" presId="urn:microsoft.com/office/officeart/2008/layout/LinedList"/>
    <dgm:cxn modelId="{FDD42465-01B5-4D09-B198-93B97FC5879F}" srcId="{9CC1C66D-310B-4A39-9ACC-16A7D34F45C7}" destId="{943A844A-8E39-475D-B274-4D2D44A9882A}" srcOrd="2" destOrd="0" parTransId="{282C5E45-7589-441B-A593-9EB6B860EE90}" sibTransId="{7474FFCC-2D6D-4054-ACD7-AF54E5FAFF90}"/>
    <dgm:cxn modelId="{52BE0071-D387-D54F-A3A1-E5C3D4D0A2E6}" type="presOf" srcId="{943A844A-8E39-475D-B274-4D2D44A9882A}" destId="{9DF1A91A-1FE0-1541-B781-41AA63D61885}" srcOrd="0" destOrd="0" presId="urn:microsoft.com/office/officeart/2008/layout/LinedList"/>
    <dgm:cxn modelId="{1256A5D8-EBAA-4B41-AB58-98DF71AD3B72}" srcId="{9CC1C66D-310B-4A39-9ACC-16A7D34F45C7}" destId="{3E8DC91A-2223-4157-80BB-6D58503CB910}" srcOrd="0" destOrd="0" parTransId="{F7591ED4-E7A5-4F3A-AE93-C591FB89F362}" sibTransId="{5DB8C5F0-D871-481C-A2A2-CD4080D1BF75}"/>
    <dgm:cxn modelId="{F36D70F9-6C90-4CB0-8638-C97F237CE28A}" srcId="{9CC1C66D-310B-4A39-9ACC-16A7D34F45C7}" destId="{4AA9361A-1F0C-4DBE-BD6F-FF36EFA60BE8}" srcOrd="3" destOrd="0" parTransId="{79C538D8-AC3D-4D1E-B480-9547EA1C6E7F}" sibTransId="{2BE08B98-8255-435D-BF5E-0B4865D3C829}"/>
    <dgm:cxn modelId="{A81D89FF-23B2-3A4B-8180-03BD381DE555}" type="presOf" srcId="{9CC1C66D-310B-4A39-9ACC-16A7D34F45C7}" destId="{C1348C75-BA58-3442-AB63-6C2888DBC70F}" srcOrd="0" destOrd="0" presId="urn:microsoft.com/office/officeart/2008/layout/LinedList"/>
    <dgm:cxn modelId="{36D1AE89-BAA8-FF48-9A96-60DF07E69B6C}" type="presParOf" srcId="{C1348C75-BA58-3442-AB63-6C2888DBC70F}" destId="{D3033274-6010-FE4E-B215-6F1FE7C31EA6}" srcOrd="0" destOrd="0" presId="urn:microsoft.com/office/officeart/2008/layout/LinedList"/>
    <dgm:cxn modelId="{F3238198-CD79-6549-8CD5-770794ADF38D}" type="presParOf" srcId="{C1348C75-BA58-3442-AB63-6C2888DBC70F}" destId="{51144ED9-F029-EC4C-B6AA-F87495C66CB8}" srcOrd="1" destOrd="0" presId="urn:microsoft.com/office/officeart/2008/layout/LinedList"/>
    <dgm:cxn modelId="{5F2C9E4E-3A47-7C41-B33F-55FAF55A2A2B}" type="presParOf" srcId="{51144ED9-F029-EC4C-B6AA-F87495C66CB8}" destId="{8DCD3083-20B8-DF43-959C-DC489FEC65FD}" srcOrd="0" destOrd="0" presId="urn:microsoft.com/office/officeart/2008/layout/LinedList"/>
    <dgm:cxn modelId="{C75C8602-0D67-814C-B6AF-8C8439495BED}" type="presParOf" srcId="{51144ED9-F029-EC4C-B6AA-F87495C66CB8}" destId="{A969811A-CF62-934A-B9DF-BBCD9F391A82}" srcOrd="1" destOrd="0" presId="urn:microsoft.com/office/officeart/2008/layout/LinedList"/>
    <dgm:cxn modelId="{A7F6C078-AE5B-424C-BE3D-CA386C19683B}" type="presParOf" srcId="{C1348C75-BA58-3442-AB63-6C2888DBC70F}" destId="{92FCB250-E29E-B94A-9834-E4298DE8162A}" srcOrd="2" destOrd="0" presId="urn:microsoft.com/office/officeart/2008/layout/LinedList"/>
    <dgm:cxn modelId="{AE19A55D-7014-1247-B2AF-EC55C912E4B5}" type="presParOf" srcId="{C1348C75-BA58-3442-AB63-6C2888DBC70F}" destId="{780F949A-AD2B-C445-AC35-B8DB18BC9006}" srcOrd="3" destOrd="0" presId="urn:microsoft.com/office/officeart/2008/layout/LinedList"/>
    <dgm:cxn modelId="{9C73077C-8CC9-3343-8058-DF831B2FD56F}" type="presParOf" srcId="{780F949A-AD2B-C445-AC35-B8DB18BC9006}" destId="{3E0EB9B8-E73E-8B4D-8A8B-87855AA78235}" srcOrd="0" destOrd="0" presId="urn:microsoft.com/office/officeart/2008/layout/LinedList"/>
    <dgm:cxn modelId="{B0A16986-5661-754F-AFAD-2EB1689B2234}" type="presParOf" srcId="{780F949A-AD2B-C445-AC35-B8DB18BC9006}" destId="{4ECEE6A7-E293-F24B-A6CF-40A269C65D4C}" srcOrd="1" destOrd="0" presId="urn:microsoft.com/office/officeart/2008/layout/LinedList"/>
    <dgm:cxn modelId="{FD21EB08-EF60-834D-B558-71511208DF17}" type="presParOf" srcId="{C1348C75-BA58-3442-AB63-6C2888DBC70F}" destId="{F550E3E2-FAF0-D949-A2E4-E53210339F7A}" srcOrd="4" destOrd="0" presId="urn:microsoft.com/office/officeart/2008/layout/LinedList"/>
    <dgm:cxn modelId="{033A4156-D25F-4741-BA05-D5793D8ADEC8}" type="presParOf" srcId="{C1348C75-BA58-3442-AB63-6C2888DBC70F}" destId="{7F862976-763E-1042-915A-90076B20E4D5}" srcOrd="5" destOrd="0" presId="urn:microsoft.com/office/officeart/2008/layout/LinedList"/>
    <dgm:cxn modelId="{B02918FB-5502-4545-B77F-F664227254EE}" type="presParOf" srcId="{7F862976-763E-1042-915A-90076B20E4D5}" destId="{9DF1A91A-1FE0-1541-B781-41AA63D61885}" srcOrd="0" destOrd="0" presId="urn:microsoft.com/office/officeart/2008/layout/LinedList"/>
    <dgm:cxn modelId="{68AA3002-9AB5-764C-9A51-C61E7435F402}" type="presParOf" srcId="{7F862976-763E-1042-915A-90076B20E4D5}" destId="{DD122697-59D3-094E-A1AC-E1AA76CEC5CA}" srcOrd="1" destOrd="0" presId="urn:microsoft.com/office/officeart/2008/layout/LinedList"/>
    <dgm:cxn modelId="{639172DF-44F6-1A40-BA26-E610619ACC56}" type="presParOf" srcId="{C1348C75-BA58-3442-AB63-6C2888DBC70F}" destId="{5C619128-9A88-CD4B-9CFD-0567041C3119}" srcOrd="6" destOrd="0" presId="urn:microsoft.com/office/officeart/2008/layout/LinedList"/>
    <dgm:cxn modelId="{EA1D37BB-E043-F04B-A83F-90ECAB0F6DE9}" type="presParOf" srcId="{C1348C75-BA58-3442-AB63-6C2888DBC70F}" destId="{5D794DF1-89B9-D942-8110-356304B83320}" srcOrd="7" destOrd="0" presId="urn:microsoft.com/office/officeart/2008/layout/LinedList"/>
    <dgm:cxn modelId="{59ADBDE7-72F1-644D-924E-A5EE9DF14793}" type="presParOf" srcId="{5D794DF1-89B9-D942-8110-356304B83320}" destId="{6328F916-39AF-8D4D-B4B1-72977EEDE8F6}" srcOrd="0" destOrd="0" presId="urn:microsoft.com/office/officeart/2008/layout/LinedList"/>
    <dgm:cxn modelId="{A815783F-F65B-8641-A0C0-6EAA83167D3F}" type="presParOf" srcId="{5D794DF1-89B9-D942-8110-356304B83320}" destId="{66159738-F610-7B43-882D-03E65CDF137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37744C-2CCF-4EB1-B0C2-2A1D6082483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B2414F6-7581-4DEA-890E-41F5D65E376D}">
      <dgm:prSet/>
      <dgm:spPr/>
      <dgm:t>
        <a:bodyPr/>
        <a:lstStyle/>
        <a:p>
          <a:r>
            <a:rPr lang="en-US"/>
            <a:t>2–3× faster CPU performance vs. Pi 4</a:t>
          </a:r>
        </a:p>
      </dgm:t>
    </dgm:pt>
    <dgm:pt modelId="{28CFDBD4-08CB-4A50-AEDC-100B29D49715}" type="parTrans" cxnId="{BD240FAB-A11B-4D88-8954-A101AA1975B8}">
      <dgm:prSet/>
      <dgm:spPr/>
      <dgm:t>
        <a:bodyPr/>
        <a:lstStyle/>
        <a:p>
          <a:endParaRPr lang="en-US"/>
        </a:p>
      </dgm:t>
    </dgm:pt>
    <dgm:pt modelId="{E591216A-EE1F-48D5-97A3-3C2522CCB137}" type="sibTrans" cxnId="{BD240FAB-A11B-4D88-8954-A101AA1975B8}">
      <dgm:prSet/>
      <dgm:spPr/>
      <dgm:t>
        <a:bodyPr/>
        <a:lstStyle/>
        <a:p>
          <a:endParaRPr lang="en-US"/>
        </a:p>
      </dgm:t>
    </dgm:pt>
    <dgm:pt modelId="{B0AFB26B-D1D1-489E-A91A-8D29336F7968}">
      <dgm:prSet/>
      <dgm:spPr/>
      <dgm:t>
        <a:bodyPr/>
        <a:lstStyle/>
        <a:p>
          <a:r>
            <a:rPr lang="en-US"/>
            <a:t>New GPU (VideoCore VII) for 4K video and smoother graphics</a:t>
          </a:r>
        </a:p>
      </dgm:t>
    </dgm:pt>
    <dgm:pt modelId="{6712A0A4-A84D-4287-9EE8-5A78FF790885}" type="parTrans" cxnId="{487A7170-0E7F-49D3-B120-B7D6C265949B}">
      <dgm:prSet/>
      <dgm:spPr/>
      <dgm:t>
        <a:bodyPr/>
        <a:lstStyle/>
        <a:p>
          <a:endParaRPr lang="en-US"/>
        </a:p>
      </dgm:t>
    </dgm:pt>
    <dgm:pt modelId="{317CECE4-AD24-4FD9-9BBF-CBBC6AD19881}" type="sibTrans" cxnId="{487A7170-0E7F-49D3-B120-B7D6C265949B}">
      <dgm:prSet/>
      <dgm:spPr/>
      <dgm:t>
        <a:bodyPr/>
        <a:lstStyle/>
        <a:p>
          <a:endParaRPr lang="en-US"/>
        </a:p>
      </dgm:t>
    </dgm:pt>
    <dgm:pt modelId="{855E04B0-C52E-46E3-B3A9-A974B99C969C}">
      <dgm:prSet/>
      <dgm:spPr/>
      <dgm:t>
        <a:bodyPr/>
        <a:lstStyle/>
        <a:p>
          <a:r>
            <a:rPr lang="en-US"/>
            <a:t>First Pi with PCIe expansion support</a:t>
          </a:r>
        </a:p>
      </dgm:t>
    </dgm:pt>
    <dgm:pt modelId="{1644F07F-D73A-40C9-A350-FAD93B9E32F0}" type="parTrans" cxnId="{772186D4-B52E-4B13-BF2D-CCF0D574F3C4}">
      <dgm:prSet/>
      <dgm:spPr/>
      <dgm:t>
        <a:bodyPr/>
        <a:lstStyle/>
        <a:p>
          <a:endParaRPr lang="en-US"/>
        </a:p>
      </dgm:t>
    </dgm:pt>
    <dgm:pt modelId="{30228860-8B91-46C7-89F8-2F8B36DC10A0}" type="sibTrans" cxnId="{772186D4-B52E-4B13-BF2D-CCF0D574F3C4}">
      <dgm:prSet/>
      <dgm:spPr/>
      <dgm:t>
        <a:bodyPr/>
        <a:lstStyle/>
        <a:p>
          <a:endParaRPr lang="en-US"/>
        </a:p>
      </dgm:t>
    </dgm:pt>
    <dgm:pt modelId="{AE58B143-86A1-4BAF-8316-2F4C42ABB32B}">
      <dgm:prSet/>
      <dgm:spPr/>
      <dgm:t>
        <a:bodyPr/>
        <a:lstStyle/>
        <a:p>
          <a:r>
            <a:rPr lang="en-US"/>
            <a:t>New RP1 I/O Controller chip</a:t>
          </a:r>
        </a:p>
      </dgm:t>
    </dgm:pt>
    <dgm:pt modelId="{85E2EB04-4898-45D7-900C-3A7614C03CA5}" type="parTrans" cxnId="{7FD85BAB-5C2A-4E08-A50D-15E1F05098E6}">
      <dgm:prSet/>
      <dgm:spPr/>
      <dgm:t>
        <a:bodyPr/>
        <a:lstStyle/>
        <a:p>
          <a:endParaRPr lang="en-US"/>
        </a:p>
      </dgm:t>
    </dgm:pt>
    <dgm:pt modelId="{A66B6637-9B3B-42FC-B82E-4DDD5634EC4F}" type="sibTrans" cxnId="{7FD85BAB-5C2A-4E08-A50D-15E1F05098E6}">
      <dgm:prSet/>
      <dgm:spPr/>
      <dgm:t>
        <a:bodyPr/>
        <a:lstStyle/>
        <a:p>
          <a:endParaRPr lang="en-US"/>
        </a:p>
      </dgm:t>
    </dgm:pt>
    <dgm:pt modelId="{E9DF1F15-6F99-48FB-85F9-A41622FE31A5}">
      <dgm:prSet/>
      <dgm:spPr/>
      <dgm:t>
        <a:bodyPr/>
        <a:lstStyle/>
        <a:p>
          <a:r>
            <a:rPr lang="en-US" dirty="0"/>
            <a:t>Dual 4K display support at 60fps</a:t>
          </a:r>
        </a:p>
      </dgm:t>
    </dgm:pt>
    <dgm:pt modelId="{D08377B4-BBCB-4B20-A2E6-3B82B0AF6875}" type="parTrans" cxnId="{7E4E274D-33BB-47AC-B67D-B51C80F5E59B}">
      <dgm:prSet/>
      <dgm:spPr/>
      <dgm:t>
        <a:bodyPr/>
        <a:lstStyle/>
        <a:p>
          <a:endParaRPr lang="en-US"/>
        </a:p>
      </dgm:t>
    </dgm:pt>
    <dgm:pt modelId="{93D5C376-45F8-4E99-BC39-A122A477AD91}" type="sibTrans" cxnId="{7E4E274D-33BB-47AC-B67D-B51C80F5E59B}">
      <dgm:prSet/>
      <dgm:spPr/>
      <dgm:t>
        <a:bodyPr/>
        <a:lstStyle/>
        <a:p>
          <a:endParaRPr lang="en-US"/>
        </a:p>
      </dgm:t>
    </dgm:pt>
    <dgm:pt modelId="{E0CB4CFF-4FC3-4D37-B72A-523E8458AF8B}" type="pres">
      <dgm:prSet presAssocID="{F837744C-2CCF-4EB1-B0C2-2A1D60824837}" presName="root" presStyleCnt="0">
        <dgm:presLayoutVars>
          <dgm:dir/>
          <dgm:resizeHandles val="exact"/>
        </dgm:presLayoutVars>
      </dgm:prSet>
      <dgm:spPr/>
    </dgm:pt>
    <dgm:pt modelId="{D4CDCF59-EA32-45B2-A8CC-A7E5DD39C3F7}" type="pres">
      <dgm:prSet presAssocID="{F837744C-2CCF-4EB1-B0C2-2A1D60824837}" presName="container" presStyleCnt="0">
        <dgm:presLayoutVars>
          <dgm:dir/>
          <dgm:resizeHandles val="exact"/>
        </dgm:presLayoutVars>
      </dgm:prSet>
      <dgm:spPr/>
    </dgm:pt>
    <dgm:pt modelId="{E2A14EF9-7421-44B6-B352-E65F327726AE}" type="pres">
      <dgm:prSet presAssocID="{2B2414F6-7581-4DEA-890E-41F5D65E376D}" presName="compNode" presStyleCnt="0"/>
      <dgm:spPr/>
    </dgm:pt>
    <dgm:pt modelId="{44C9644A-6F9B-4D73-B74B-0251E016A3B0}" type="pres">
      <dgm:prSet presAssocID="{2B2414F6-7581-4DEA-890E-41F5D65E376D}" presName="iconBgRect" presStyleLbl="bgShp" presStyleIdx="0" presStyleCnt="5"/>
      <dgm:spPr/>
    </dgm:pt>
    <dgm:pt modelId="{FA9B3B41-DCBD-40C0-B5ED-397A8B4B999F}" type="pres">
      <dgm:prSet presAssocID="{2B2414F6-7581-4DEA-890E-41F5D65E376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0E6F8A7-0330-451D-8651-8A186CD7AD3E}" type="pres">
      <dgm:prSet presAssocID="{2B2414F6-7581-4DEA-890E-41F5D65E376D}" presName="spaceRect" presStyleCnt="0"/>
      <dgm:spPr/>
    </dgm:pt>
    <dgm:pt modelId="{FE1500EE-F3DC-4D1F-9E00-5B6A2000F122}" type="pres">
      <dgm:prSet presAssocID="{2B2414F6-7581-4DEA-890E-41F5D65E376D}" presName="textRect" presStyleLbl="revTx" presStyleIdx="0" presStyleCnt="5">
        <dgm:presLayoutVars>
          <dgm:chMax val="1"/>
          <dgm:chPref val="1"/>
        </dgm:presLayoutVars>
      </dgm:prSet>
      <dgm:spPr/>
    </dgm:pt>
    <dgm:pt modelId="{CDE9BEF3-6164-4C19-B2F3-B643C995DFAD}" type="pres">
      <dgm:prSet presAssocID="{E591216A-EE1F-48D5-97A3-3C2522CCB137}" presName="sibTrans" presStyleLbl="sibTrans2D1" presStyleIdx="0" presStyleCnt="0"/>
      <dgm:spPr/>
    </dgm:pt>
    <dgm:pt modelId="{4B3CED5E-818A-484B-A96E-CB481596A685}" type="pres">
      <dgm:prSet presAssocID="{B0AFB26B-D1D1-489E-A91A-8D29336F7968}" presName="compNode" presStyleCnt="0"/>
      <dgm:spPr/>
    </dgm:pt>
    <dgm:pt modelId="{5C6CE6A6-26E5-496C-B83B-0459CC00A8A0}" type="pres">
      <dgm:prSet presAssocID="{B0AFB26B-D1D1-489E-A91A-8D29336F7968}" presName="iconBgRect" presStyleLbl="bgShp" presStyleIdx="1" presStyleCnt="5"/>
      <dgm:spPr/>
    </dgm:pt>
    <dgm:pt modelId="{8E1F10F8-FE2C-4BDB-9447-0F5A834E9896}" type="pres">
      <dgm:prSet presAssocID="{B0AFB26B-D1D1-489E-A91A-8D29336F796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FF382778-A2AA-432B-A92D-FB950A2134E8}" type="pres">
      <dgm:prSet presAssocID="{B0AFB26B-D1D1-489E-A91A-8D29336F7968}" presName="spaceRect" presStyleCnt="0"/>
      <dgm:spPr/>
    </dgm:pt>
    <dgm:pt modelId="{64238BFC-A7B9-4571-90E6-5243BF23C010}" type="pres">
      <dgm:prSet presAssocID="{B0AFB26B-D1D1-489E-A91A-8D29336F7968}" presName="textRect" presStyleLbl="revTx" presStyleIdx="1" presStyleCnt="5">
        <dgm:presLayoutVars>
          <dgm:chMax val="1"/>
          <dgm:chPref val="1"/>
        </dgm:presLayoutVars>
      </dgm:prSet>
      <dgm:spPr/>
    </dgm:pt>
    <dgm:pt modelId="{C0FBCC13-C75B-4229-B6DB-C06ADA954632}" type="pres">
      <dgm:prSet presAssocID="{317CECE4-AD24-4FD9-9BBF-CBBC6AD19881}" presName="sibTrans" presStyleLbl="sibTrans2D1" presStyleIdx="0" presStyleCnt="0"/>
      <dgm:spPr/>
    </dgm:pt>
    <dgm:pt modelId="{D9902B0E-5007-4747-94B4-9188D1DE94DE}" type="pres">
      <dgm:prSet presAssocID="{855E04B0-C52E-46E3-B3A9-A974B99C969C}" presName="compNode" presStyleCnt="0"/>
      <dgm:spPr/>
    </dgm:pt>
    <dgm:pt modelId="{228F275B-820C-47A4-99DF-05C360304DCA}" type="pres">
      <dgm:prSet presAssocID="{855E04B0-C52E-46E3-B3A9-A974B99C969C}" presName="iconBgRect" presStyleLbl="bgShp" presStyleIdx="2" presStyleCnt="5"/>
      <dgm:spPr/>
    </dgm:pt>
    <dgm:pt modelId="{FC6DD0EB-6FFE-4C63-BA6F-2A44A7798EBF}" type="pres">
      <dgm:prSet presAssocID="{855E04B0-C52E-46E3-B3A9-A974B99C969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7DB6C54-4779-4B20-B83A-0BB9138AFB85}" type="pres">
      <dgm:prSet presAssocID="{855E04B0-C52E-46E3-B3A9-A974B99C969C}" presName="spaceRect" presStyleCnt="0"/>
      <dgm:spPr/>
    </dgm:pt>
    <dgm:pt modelId="{5A85C963-EFB8-49CC-B12D-CFFBB9368FEC}" type="pres">
      <dgm:prSet presAssocID="{855E04B0-C52E-46E3-B3A9-A974B99C969C}" presName="textRect" presStyleLbl="revTx" presStyleIdx="2" presStyleCnt="5">
        <dgm:presLayoutVars>
          <dgm:chMax val="1"/>
          <dgm:chPref val="1"/>
        </dgm:presLayoutVars>
      </dgm:prSet>
      <dgm:spPr/>
    </dgm:pt>
    <dgm:pt modelId="{AAB09A65-3CAB-4FA4-8E47-8C8394E199C2}" type="pres">
      <dgm:prSet presAssocID="{30228860-8B91-46C7-89F8-2F8B36DC10A0}" presName="sibTrans" presStyleLbl="sibTrans2D1" presStyleIdx="0" presStyleCnt="0"/>
      <dgm:spPr/>
    </dgm:pt>
    <dgm:pt modelId="{182347B7-C3AF-47A3-818D-66D9F86EC873}" type="pres">
      <dgm:prSet presAssocID="{AE58B143-86A1-4BAF-8316-2F4C42ABB32B}" presName="compNode" presStyleCnt="0"/>
      <dgm:spPr/>
    </dgm:pt>
    <dgm:pt modelId="{BC965725-0CB0-479C-AF04-2A22E0B19DB7}" type="pres">
      <dgm:prSet presAssocID="{AE58B143-86A1-4BAF-8316-2F4C42ABB32B}" presName="iconBgRect" presStyleLbl="bgShp" presStyleIdx="3" presStyleCnt="5"/>
      <dgm:spPr/>
    </dgm:pt>
    <dgm:pt modelId="{63A4BF94-111B-4A61-A158-5A21EBAB2233}" type="pres">
      <dgm:prSet presAssocID="{AE58B143-86A1-4BAF-8316-2F4C42ABB32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29F0117-592C-430E-BFFC-43187FBCFCCF}" type="pres">
      <dgm:prSet presAssocID="{AE58B143-86A1-4BAF-8316-2F4C42ABB32B}" presName="spaceRect" presStyleCnt="0"/>
      <dgm:spPr/>
    </dgm:pt>
    <dgm:pt modelId="{72120E4D-F756-4E5C-9BA6-875960455F40}" type="pres">
      <dgm:prSet presAssocID="{AE58B143-86A1-4BAF-8316-2F4C42ABB32B}" presName="textRect" presStyleLbl="revTx" presStyleIdx="3" presStyleCnt="5">
        <dgm:presLayoutVars>
          <dgm:chMax val="1"/>
          <dgm:chPref val="1"/>
        </dgm:presLayoutVars>
      </dgm:prSet>
      <dgm:spPr/>
    </dgm:pt>
    <dgm:pt modelId="{EB6C41F3-3DC2-4816-9383-E1A216F0E73C}" type="pres">
      <dgm:prSet presAssocID="{A66B6637-9B3B-42FC-B82E-4DDD5634EC4F}" presName="sibTrans" presStyleLbl="sibTrans2D1" presStyleIdx="0" presStyleCnt="0"/>
      <dgm:spPr/>
    </dgm:pt>
    <dgm:pt modelId="{A898771E-7D6A-4FB6-85D2-18C0F2990855}" type="pres">
      <dgm:prSet presAssocID="{E9DF1F15-6F99-48FB-85F9-A41622FE31A5}" presName="compNode" presStyleCnt="0"/>
      <dgm:spPr/>
    </dgm:pt>
    <dgm:pt modelId="{9E9221EC-C3F0-404F-AFED-D7B048099C07}" type="pres">
      <dgm:prSet presAssocID="{E9DF1F15-6F99-48FB-85F9-A41622FE31A5}" presName="iconBgRect" presStyleLbl="bgShp" presStyleIdx="4" presStyleCnt="5" custLinFactX="84981" custLinFactNeighborX="100000" custLinFactNeighborY="-5976"/>
      <dgm:spPr/>
    </dgm:pt>
    <dgm:pt modelId="{E9194CC9-B889-4C89-A095-0B6183E6E4D8}" type="pres">
      <dgm:prSet presAssocID="{E9DF1F15-6F99-48FB-85F9-A41622FE31A5}" presName="iconRect" presStyleLbl="node1" presStyleIdx="4" presStyleCnt="5" custLinFactX="118933" custLinFactNeighborX="200000" custLinFactNeighborY="-10304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AC13045-DB0F-413B-8628-07FD844B1DA4}" type="pres">
      <dgm:prSet presAssocID="{E9DF1F15-6F99-48FB-85F9-A41622FE31A5}" presName="spaceRect" presStyleCnt="0"/>
      <dgm:spPr/>
    </dgm:pt>
    <dgm:pt modelId="{BD5BFE2C-1CF0-402D-BFA8-C9677351168F}" type="pres">
      <dgm:prSet presAssocID="{E9DF1F15-6F99-48FB-85F9-A41622FE31A5}" presName="textRect" presStyleLbl="revTx" presStyleIdx="4" presStyleCnt="5" custLinFactNeighborX="78477" custLinFactNeighborY="-5976">
        <dgm:presLayoutVars>
          <dgm:chMax val="1"/>
          <dgm:chPref val="1"/>
        </dgm:presLayoutVars>
      </dgm:prSet>
      <dgm:spPr/>
    </dgm:pt>
  </dgm:ptLst>
  <dgm:cxnLst>
    <dgm:cxn modelId="{5BBACE03-5EBC-448C-B8EF-BDC3854676E7}" type="presOf" srcId="{E591216A-EE1F-48D5-97A3-3C2522CCB137}" destId="{CDE9BEF3-6164-4C19-B2F3-B643C995DFAD}" srcOrd="0" destOrd="0" presId="urn:microsoft.com/office/officeart/2018/2/layout/IconCircleList"/>
    <dgm:cxn modelId="{ADDFA236-5CA4-4534-80ED-C4ABEEEBB75C}" type="presOf" srcId="{A66B6637-9B3B-42FC-B82E-4DDD5634EC4F}" destId="{EB6C41F3-3DC2-4816-9383-E1A216F0E73C}" srcOrd="0" destOrd="0" presId="urn:microsoft.com/office/officeart/2018/2/layout/IconCircleList"/>
    <dgm:cxn modelId="{7E4E274D-33BB-47AC-B67D-B51C80F5E59B}" srcId="{F837744C-2CCF-4EB1-B0C2-2A1D60824837}" destId="{E9DF1F15-6F99-48FB-85F9-A41622FE31A5}" srcOrd="4" destOrd="0" parTransId="{D08377B4-BBCB-4B20-A2E6-3B82B0AF6875}" sibTransId="{93D5C376-45F8-4E99-BC39-A122A477AD91}"/>
    <dgm:cxn modelId="{F1213858-D623-4522-BB58-52A0D47C8925}" type="presOf" srcId="{317CECE4-AD24-4FD9-9BBF-CBBC6AD19881}" destId="{C0FBCC13-C75B-4229-B6DB-C06ADA954632}" srcOrd="0" destOrd="0" presId="urn:microsoft.com/office/officeart/2018/2/layout/IconCircleList"/>
    <dgm:cxn modelId="{BBA0EC5F-6134-48EF-95C3-0ED24ECC8102}" type="presOf" srcId="{855E04B0-C52E-46E3-B3A9-A974B99C969C}" destId="{5A85C963-EFB8-49CC-B12D-CFFBB9368FEC}" srcOrd="0" destOrd="0" presId="urn:microsoft.com/office/officeart/2018/2/layout/IconCircleList"/>
    <dgm:cxn modelId="{487A7170-0E7F-49D3-B120-B7D6C265949B}" srcId="{F837744C-2CCF-4EB1-B0C2-2A1D60824837}" destId="{B0AFB26B-D1D1-489E-A91A-8D29336F7968}" srcOrd="1" destOrd="0" parTransId="{6712A0A4-A84D-4287-9EE8-5A78FF790885}" sibTransId="{317CECE4-AD24-4FD9-9BBF-CBBC6AD19881}"/>
    <dgm:cxn modelId="{D8E85790-DFB7-4F19-8361-73CF9566D664}" type="presOf" srcId="{2B2414F6-7581-4DEA-890E-41F5D65E376D}" destId="{FE1500EE-F3DC-4D1F-9E00-5B6A2000F122}" srcOrd="0" destOrd="0" presId="urn:microsoft.com/office/officeart/2018/2/layout/IconCircleList"/>
    <dgm:cxn modelId="{28379296-822F-4117-A54B-2238F70AD965}" type="presOf" srcId="{30228860-8B91-46C7-89F8-2F8B36DC10A0}" destId="{AAB09A65-3CAB-4FA4-8E47-8C8394E199C2}" srcOrd="0" destOrd="0" presId="urn:microsoft.com/office/officeart/2018/2/layout/IconCircleList"/>
    <dgm:cxn modelId="{3C49E696-6DF7-48A1-B631-6B3BCFDEB0B4}" type="presOf" srcId="{AE58B143-86A1-4BAF-8316-2F4C42ABB32B}" destId="{72120E4D-F756-4E5C-9BA6-875960455F40}" srcOrd="0" destOrd="0" presId="urn:microsoft.com/office/officeart/2018/2/layout/IconCircleList"/>
    <dgm:cxn modelId="{EE3B50A7-C42A-406F-B830-AB74BBF5D27B}" type="presOf" srcId="{E9DF1F15-6F99-48FB-85F9-A41622FE31A5}" destId="{BD5BFE2C-1CF0-402D-BFA8-C9677351168F}" srcOrd="0" destOrd="0" presId="urn:microsoft.com/office/officeart/2018/2/layout/IconCircleList"/>
    <dgm:cxn modelId="{BD240FAB-A11B-4D88-8954-A101AA1975B8}" srcId="{F837744C-2CCF-4EB1-B0C2-2A1D60824837}" destId="{2B2414F6-7581-4DEA-890E-41F5D65E376D}" srcOrd="0" destOrd="0" parTransId="{28CFDBD4-08CB-4A50-AEDC-100B29D49715}" sibTransId="{E591216A-EE1F-48D5-97A3-3C2522CCB137}"/>
    <dgm:cxn modelId="{7FD85BAB-5C2A-4E08-A50D-15E1F05098E6}" srcId="{F837744C-2CCF-4EB1-B0C2-2A1D60824837}" destId="{AE58B143-86A1-4BAF-8316-2F4C42ABB32B}" srcOrd="3" destOrd="0" parTransId="{85E2EB04-4898-45D7-900C-3A7614C03CA5}" sibTransId="{A66B6637-9B3B-42FC-B82E-4DDD5634EC4F}"/>
    <dgm:cxn modelId="{772186D4-B52E-4B13-BF2D-CCF0D574F3C4}" srcId="{F837744C-2CCF-4EB1-B0C2-2A1D60824837}" destId="{855E04B0-C52E-46E3-B3A9-A974B99C969C}" srcOrd="2" destOrd="0" parTransId="{1644F07F-D73A-40C9-A350-FAD93B9E32F0}" sibTransId="{30228860-8B91-46C7-89F8-2F8B36DC10A0}"/>
    <dgm:cxn modelId="{598C53E2-EA1F-46DB-9106-FA1104EA28E3}" type="presOf" srcId="{B0AFB26B-D1D1-489E-A91A-8D29336F7968}" destId="{64238BFC-A7B9-4571-90E6-5243BF23C010}" srcOrd="0" destOrd="0" presId="urn:microsoft.com/office/officeart/2018/2/layout/IconCircleList"/>
    <dgm:cxn modelId="{776EA7FF-488D-4CB3-B863-B6CEFD53D3C7}" type="presOf" srcId="{F837744C-2CCF-4EB1-B0C2-2A1D60824837}" destId="{E0CB4CFF-4FC3-4D37-B72A-523E8458AF8B}" srcOrd="0" destOrd="0" presId="urn:microsoft.com/office/officeart/2018/2/layout/IconCircleList"/>
    <dgm:cxn modelId="{F80E9A34-9393-4488-B1B5-BD39F9AF4D26}" type="presParOf" srcId="{E0CB4CFF-4FC3-4D37-B72A-523E8458AF8B}" destId="{D4CDCF59-EA32-45B2-A8CC-A7E5DD39C3F7}" srcOrd="0" destOrd="0" presId="urn:microsoft.com/office/officeart/2018/2/layout/IconCircleList"/>
    <dgm:cxn modelId="{3BD7D430-3171-4154-A059-805DE723DA8B}" type="presParOf" srcId="{D4CDCF59-EA32-45B2-A8CC-A7E5DD39C3F7}" destId="{E2A14EF9-7421-44B6-B352-E65F327726AE}" srcOrd="0" destOrd="0" presId="urn:microsoft.com/office/officeart/2018/2/layout/IconCircleList"/>
    <dgm:cxn modelId="{1250DD74-CC80-4260-B7CB-EE16F9CD86B0}" type="presParOf" srcId="{E2A14EF9-7421-44B6-B352-E65F327726AE}" destId="{44C9644A-6F9B-4D73-B74B-0251E016A3B0}" srcOrd="0" destOrd="0" presId="urn:microsoft.com/office/officeart/2018/2/layout/IconCircleList"/>
    <dgm:cxn modelId="{D5514CB1-6D62-4BBF-9117-B8AF5D30473B}" type="presParOf" srcId="{E2A14EF9-7421-44B6-B352-E65F327726AE}" destId="{FA9B3B41-DCBD-40C0-B5ED-397A8B4B999F}" srcOrd="1" destOrd="0" presId="urn:microsoft.com/office/officeart/2018/2/layout/IconCircleList"/>
    <dgm:cxn modelId="{7C800E23-926D-4707-A554-C4EED710E0BF}" type="presParOf" srcId="{E2A14EF9-7421-44B6-B352-E65F327726AE}" destId="{10E6F8A7-0330-451D-8651-8A186CD7AD3E}" srcOrd="2" destOrd="0" presId="urn:microsoft.com/office/officeart/2018/2/layout/IconCircleList"/>
    <dgm:cxn modelId="{17C9290F-59C0-4FFD-B044-0A4C2A1E3DF8}" type="presParOf" srcId="{E2A14EF9-7421-44B6-B352-E65F327726AE}" destId="{FE1500EE-F3DC-4D1F-9E00-5B6A2000F122}" srcOrd="3" destOrd="0" presId="urn:microsoft.com/office/officeart/2018/2/layout/IconCircleList"/>
    <dgm:cxn modelId="{CBB24CD1-69F7-49E3-8DB3-45C76B2F3B06}" type="presParOf" srcId="{D4CDCF59-EA32-45B2-A8CC-A7E5DD39C3F7}" destId="{CDE9BEF3-6164-4C19-B2F3-B643C995DFAD}" srcOrd="1" destOrd="0" presId="urn:microsoft.com/office/officeart/2018/2/layout/IconCircleList"/>
    <dgm:cxn modelId="{AA72EF89-6544-4AC2-9975-EB2FD4DC6001}" type="presParOf" srcId="{D4CDCF59-EA32-45B2-A8CC-A7E5DD39C3F7}" destId="{4B3CED5E-818A-484B-A96E-CB481596A685}" srcOrd="2" destOrd="0" presId="urn:microsoft.com/office/officeart/2018/2/layout/IconCircleList"/>
    <dgm:cxn modelId="{182C1597-62B8-4426-B28B-C9B25E947938}" type="presParOf" srcId="{4B3CED5E-818A-484B-A96E-CB481596A685}" destId="{5C6CE6A6-26E5-496C-B83B-0459CC00A8A0}" srcOrd="0" destOrd="0" presId="urn:microsoft.com/office/officeart/2018/2/layout/IconCircleList"/>
    <dgm:cxn modelId="{9760B60B-C947-4D4E-8D2E-3EC585EF1525}" type="presParOf" srcId="{4B3CED5E-818A-484B-A96E-CB481596A685}" destId="{8E1F10F8-FE2C-4BDB-9447-0F5A834E9896}" srcOrd="1" destOrd="0" presId="urn:microsoft.com/office/officeart/2018/2/layout/IconCircleList"/>
    <dgm:cxn modelId="{B4F3F886-D7C2-4D8C-930F-311F457BCF53}" type="presParOf" srcId="{4B3CED5E-818A-484B-A96E-CB481596A685}" destId="{FF382778-A2AA-432B-A92D-FB950A2134E8}" srcOrd="2" destOrd="0" presId="urn:microsoft.com/office/officeart/2018/2/layout/IconCircleList"/>
    <dgm:cxn modelId="{2DE39337-52C0-4736-87A2-6248578B4A92}" type="presParOf" srcId="{4B3CED5E-818A-484B-A96E-CB481596A685}" destId="{64238BFC-A7B9-4571-90E6-5243BF23C010}" srcOrd="3" destOrd="0" presId="urn:microsoft.com/office/officeart/2018/2/layout/IconCircleList"/>
    <dgm:cxn modelId="{64B2B2CB-794B-47E0-A9D7-304F1D9F548A}" type="presParOf" srcId="{D4CDCF59-EA32-45B2-A8CC-A7E5DD39C3F7}" destId="{C0FBCC13-C75B-4229-B6DB-C06ADA954632}" srcOrd="3" destOrd="0" presId="urn:microsoft.com/office/officeart/2018/2/layout/IconCircleList"/>
    <dgm:cxn modelId="{13650040-C5E5-4AEE-9D14-ADCC9EB0410C}" type="presParOf" srcId="{D4CDCF59-EA32-45B2-A8CC-A7E5DD39C3F7}" destId="{D9902B0E-5007-4747-94B4-9188D1DE94DE}" srcOrd="4" destOrd="0" presId="urn:microsoft.com/office/officeart/2018/2/layout/IconCircleList"/>
    <dgm:cxn modelId="{571094BD-1DD1-4C34-84AF-EBEBEF126C7A}" type="presParOf" srcId="{D9902B0E-5007-4747-94B4-9188D1DE94DE}" destId="{228F275B-820C-47A4-99DF-05C360304DCA}" srcOrd="0" destOrd="0" presId="urn:microsoft.com/office/officeart/2018/2/layout/IconCircleList"/>
    <dgm:cxn modelId="{9970A8EF-B4D1-425F-847E-9406E5066FAB}" type="presParOf" srcId="{D9902B0E-5007-4747-94B4-9188D1DE94DE}" destId="{FC6DD0EB-6FFE-4C63-BA6F-2A44A7798EBF}" srcOrd="1" destOrd="0" presId="urn:microsoft.com/office/officeart/2018/2/layout/IconCircleList"/>
    <dgm:cxn modelId="{39B1FDDA-6C81-4669-AB34-0721D7F7A96A}" type="presParOf" srcId="{D9902B0E-5007-4747-94B4-9188D1DE94DE}" destId="{77DB6C54-4779-4B20-B83A-0BB9138AFB85}" srcOrd="2" destOrd="0" presId="urn:microsoft.com/office/officeart/2018/2/layout/IconCircleList"/>
    <dgm:cxn modelId="{F8C01A56-4AAD-47AC-A33E-2D29336A1E3F}" type="presParOf" srcId="{D9902B0E-5007-4747-94B4-9188D1DE94DE}" destId="{5A85C963-EFB8-49CC-B12D-CFFBB9368FEC}" srcOrd="3" destOrd="0" presId="urn:microsoft.com/office/officeart/2018/2/layout/IconCircleList"/>
    <dgm:cxn modelId="{42325A09-197C-481F-9D46-AB415B0B31B7}" type="presParOf" srcId="{D4CDCF59-EA32-45B2-A8CC-A7E5DD39C3F7}" destId="{AAB09A65-3CAB-4FA4-8E47-8C8394E199C2}" srcOrd="5" destOrd="0" presId="urn:microsoft.com/office/officeart/2018/2/layout/IconCircleList"/>
    <dgm:cxn modelId="{9D0BFA67-DF45-4EF7-8BA4-834DC87D83E9}" type="presParOf" srcId="{D4CDCF59-EA32-45B2-A8CC-A7E5DD39C3F7}" destId="{182347B7-C3AF-47A3-818D-66D9F86EC873}" srcOrd="6" destOrd="0" presId="urn:microsoft.com/office/officeart/2018/2/layout/IconCircleList"/>
    <dgm:cxn modelId="{087F71FC-4DB1-467D-91FF-B9179C413A8B}" type="presParOf" srcId="{182347B7-C3AF-47A3-818D-66D9F86EC873}" destId="{BC965725-0CB0-479C-AF04-2A22E0B19DB7}" srcOrd="0" destOrd="0" presId="urn:microsoft.com/office/officeart/2018/2/layout/IconCircleList"/>
    <dgm:cxn modelId="{B2B7FE63-F785-4214-8624-970B9CFAAB9F}" type="presParOf" srcId="{182347B7-C3AF-47A3-818D-66D9F86EC873}" destId="{63A4BF94-111B-4A61-A158-5A21EBAB2233}" srcOrd="1" destOrd="0" presId="urn:microsoft.com/office/officeart/2018/2/layout/IconCircleList"/>
    <dgm:cxn modelId="{92E9C022-C177-498D-9F48-7540A3F6056D}" type="presParOf" srcId="{182347B7-C3AF-47A3-818D-66D9F86EC873}" destId="{429F0117-592C-430E-BFFC-43187FBCFCCF}" srcOrd="2" destOrd="0" presId="urn:microsoft.com/office/officeart/2018/2/layout/IconCircleList"/>
    <dgm:cxn modelId="{579C1F4F-3C67-4B2D-8757-C255E6A66512}" type="presParOf" srcId="{182347B7-C3AF-47A3-818D-66D9F86EC873}" destId="{72120E4D-F756-4E5C-9BA6-875960455F40}" srcOrd="3" destOrd="0" presId="urn:microsoft.com/office/officeart/2018/2/layout/IconCircleList"/>
    <dgm:cxn modelId="{C2C0B322-D08A-4E1C-817E-7005531DE623}" type="presParOf" srcId="{D4CDCF59-EA32-45B2-A8CC-A7E5DD39C3F7}" destId="{EB6C41F3-3DC2-4816-9383-E1A216F0E73C}" srcOrd="7" destOrd="0" presId="urn:microsoft.com/office/officeart/2018/2/layout/IconCircleList"/>
    <dgm:cxn modelId="{5AC6B4DF-4AC9-4513-86B1-C24B2ADEA8C2}" type="presParOf" srcId="{D4CDCF59-EA32-45B2-A8CC-A7E5DD39C3F7}" destId="{A898771E-7D6A-4FB6-85D2-18C0F2990855}" srcOrd="8" destOrd="0" presId="urn:microsoft.com/office/officeart/2018/2/layout/IconCircleList"/>
    <dgm:cxn modelId="{6B653561-7B92-4F41-BEE4-A0D19838E2A7}" type="presParOf" srcId="{A898771E-7D6A-4FB6-85D2-18C0F2990855}" destId="{9E9221EC-C3F0-404F-AFED-D7B048099C07}" srcOrd="0" destOrd="0" presId="urn:microsoft.com/office/officeart/2018/2/layout/IconCircleList"/>
    <dgm:cxn modelId="{8349FC68-9A2D-49D1-8A79-D26127A06E84}" type="presParOf" srcId="{A898771E-7D6A-4FB6-85D2-18C0F2990855}" destId="{E9194CC9-B889-4C89-A095-0B6183E6E4D8}" srcOrd="1" destOrd="0" presId="urn:microsoft.com/office/officeart/2018/2/layout/IconCircleList"/>
    <dgm:cxn modelId="{B39552BA-1C3E-4365-B41D-E08BC9480E6C}" type="presParOf" srcId="{A898771E-7D6A-4FB6-85D2-18C0F2990855}" destId="{1AC13045-DB0F-413B-8628-07FD844B1DA4}" srcOrd="2" destOrd="0" presId="urn:microsoft.com/office/officeart/2018/2/layout/IconCircleList"/>
    <dgm:cxn modelId="{BFA932DB-A122-4B0C-82A7-93852AB33D59}" type="presParOf" srcId="{A898771E-7D6A-4FB6-85D2-18C0F2990855}" destId="{BD5BFE2C-1CF0-402D-BFA8-C9677351168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E09CC1-065C-499C-9C06-CD4E2306D0B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5832B74-27DE-488D-B447-607AA6580A0D}">
      <dgm:prSet/>
      <dgm:spPr/>
      <dgm:t>
        <a:bodyPr/>
        <a:lstStyle/>
        <a:p>
          <a:r>
            <a:rPr lang="en-US"/>
            <a:t>Earlier versions: Pi 1, Pi 2, Pi 3, Pi 4</a:t>
          </a:r>
        </a:p>
      </dgm:t>
    </dgm:pt>
    <dgm:pt modelId="{E7788DC9-6EF6-43AA-8DC7-39D1072FB7EF}" type="parTrans" cxnId="{551C1555-ED57-4BEB-A688-64F011DF0026}">
      <dgm:prSet/>
      <dgm:spPr/>
      <dgm:t>
        <a:bodyPr/>
        <a:lstStyle/>
        <a:p>
          <a:endParaRPr lang="en-US"/>
        </a:p>
      </dgm:t>
    </dgm:pt>
    <dgm:pt modelId="{B43B3EED-A653-4DDC-A252-6751B579CEB1}" type="sibTrans" cxnId="{551C1555-ED57-4BEB-A688-64F011DF0026}">
      <dgm:prSet/>
      <dgm:spPr/>
      <dgm:t>
        <a:bodyPr/>
        <a:lstStyle/>
        <a:p>
          <a:endParaRPr lang="en-US"/>
        </a:p>
      </dgm:t>
    </dgm:pt>
    <dgm:pt modelId="{6A5D2CB0-AA26-4B7D-9DF2-1CD34FAAF594}">
      <dgm:prSet/>
      <dgm:spPr/>
      <dgm:t>
        <a:bodyPr/>
        <a:lstStyle/>
        <a:p>
          <a:r>
            <a:rPr lang="en-US"/>
            <a:t>Special editions: Pi Zero, Pi Pico (smaller, low-power boards)</a:t>
          </a:r>
        </a:p>
      </dgm:t>
    </dgm:pt>
    <dgm:pt modelId="{D0D87E73-0A65-4983-B524-4B0996C4235A}" type="parTrans" cxnId="{28110861-C4E5-4FFA-B9E6-C4C190165123}">
      <dgm:prSet/>
      <dgm:spPr/>
      <dgm:t>
        <a:bodyPr/>
        <a:lstStyle/>
        <a:p>
          <a:endParaRPr lang="en-US"/>
        </a:p>
      </dgm:t>
    </dgm:pt>
    <dgm:pt modelId="{6511032D-F02A-45E0-9AE0-F0B74F9322D4}" type="sibTrans" cxnId="{28110861-C4E5-4FFA-B9E6-C4C190165123}">
      <dgm:prSet/>
      <dgm:spPr/>
      <dgm:t>
        <a:bodyPr/>
        <a:lstStyle/>
        <a:p>
          <a:endParaRPr lang="en-US"/>
        </a:p>
      </dgm:t>
    </dgm:pt>
    <dgm:pt modelId="{8BC62DCE-BE5A-447B-AAA5-D12FAE9D1AB6}">
      <dgm:prSet/>
      <dgm:spPr/>
      <dgm:t>
        <a:bodyPr/>
        <a:lstStyle/>
        <a:p>
          <a:r>
            <a:rPr lang="en-US"/>
            <a:t>Current flagship: Raspberry Pi 5 (2023)</a:t>
          </a:r>
        </a:p>
      </dgm:t>
    </dgm:pt>
    <dgm:pt modelId="{CEF7BCCB-E52A-4F30-84BA-56FAF0B1EF6D}" type="parTrans" cxnId="{474EE7C3-ED35-49BD-BE0D-D76B43A0A8ED}">
      <dgm:prSet/>
      <dgm:spPr/>
      <dgm:t>
        <a:bodyPr/>
        <a:lstStyle/>
        <a:p>
          <a:endParaRPr lang="en-US"/>
        </a:p>
      </dgm:t>
    </dgm:pt>
    <dgm:pt modelId="{1C184312-77DE-49BC-BFB3-DB4FB8F6F383}" type="sibTrans" cxnId="{474EE7C3-ED35-49BD-BE0D-D76B43A0A8ED}">
      <dgm:prSet/>
      <dgm:spPr/>
      <dgm:t>
        <a:bodyPr/>
        <a:lstStyle/>
        <a:p>
          <a:endParaRPr lang="en-US"/>
        </a:p>
      </dgm:t>
    </dgm:pt>
    <dgm:pt modelId="{F00EF1D9-4EC9-49C8-9C01-139823DED4B0}">
      <dgm:prSet/>
      <dgm:spPr/>
      <dgm:t>
        <a:bodyPr/>
        <a:lstStyle/>
        <a:p>
          <a:r>
            <a:rPr lang="en-US"/>
            <a:t>Options: 4GB LPDDR4X RAM or 8GB LPDDR4X RAM</a:t>
          </a:r>
        </a:p>
      </dgm:t>
    </dgm:pt>
    <dgm:pt modelId="{65A4F146-675C-4303-A003-CCFA5A739BDE}" type="parTrans" cxnId="{8E05B4D0-D3A0-4386-901E-B9AE0A8B7475}">
      <dgm:prSet/>
      <dgm:spPr/>
      <dgm:t>
        <a:bodyPr/>
        <a:lstStyle/>
        <a:p>
          <a:endParaRPr lang="en-US"/>
        </a:p>
      </dgm:t>
    </dgm:pt>
    <dgm:pt modelId="{C78CC75B-6BEA-44F1-8977-502D5BE560EE}" type="sibTrans" cxnId="{8E05B4D0-D3A0-4386-901E-B9AE0A8B7475}">
      <dgm:prSet/>
      <dgm:spPr/>
      <dgm:t>
        <a:bodyPr/>
        <a:lstStyle/>
        <a:p>
          <a:endParaRPr lang="en-US"/>
        </a:p>
      </dgm:t>
    </dgm:pt>
    <dgm:pt modelId="{55A7EAB3-B220-B04F-B2ED-365953B2B085}" type="pres">
      <dgm:prSet presAssocID="{7CE09CC1-065C-499C-9C06-CD4E2306D0BD}" presName="linear" presStyleCnt="0">
        <dgm:presLayoutVars>
          <dgm:animLvl val="lvl"/>
          <dgm:resizeHandles val="exact"/>
        </dgm:presLayoutVars>
      </dgm:prSet>
      <dgm:spPr/>
    </dgm:pt>
    <dgm:pt modelId="{EB9002A9-EB08-F847-96B9-8D3642906345}" type="pres">
      <dgm:prSet presAssocID="{05832B74-27DE-488D-B447-607AA6580A0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973715E-F1D1-8B47-A5AD-48151DA030BA}" type="pres">
      <dgm:prSet presAssocID="{B43B3EED-A653-4DDC-A252-6751B579CEB1}" presName="spacer" presStyleCnt="0"/>
      <dgm:spPr/>
    </dgm:pt>
    <dgm:pt modelId="{369A0594-E5DB-E944-BEE5-01372E1F03CC}" type="pres">
      <dgm:prSet presAssocID="{6A5D2CB0-AA26-4B7D-9DF2-1CD34FAAF59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1EC6EF5-5CD9-8B4D-AD33-D83C2C708ABF}" type="pres">
      <dgm:prSet presAssocID="{6511032D-F02A-45E0-9AE0-F0B74F9322D4}" presName="spacer" presStyleCnt="0"/>
      <dgm:spPr/>
    </dgm:pt>
    <dgm:pt modelId="{CEDD1552-2C49-3643-96B4-28DD698096F9}" type="pres">
      <dgm:prSet presAssocID="{8BC62DCE-BE5A-447B-AAA5-D12FAE9D1A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0224816-2E4E-4541-9A6F-162D3969B029}" type="pres">
      <dgm:prSet presAssocID="{1C184312-77DE-49BC-BFB3-DB4FB8F6F383}" presName="spacer" presStyleCnt="0"/>
      <dgm:spPr/>
    </dgm:pt>
    <dgm:pt modelId="{16B4403B-2AE4-264B-91E2-77CA3924ABF0}" type="pres">
      <dgm:prSet presAssocID="{F00EF1D9-4EC9-49C8-9C01-139823DED4B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B30014E-C691-334F-B14A-19771A1E1C9F}" type="presOf" srcId="{05832B74-27DE-488D-B447-607AA6580A0D}" destId="{EB9002A9-EB08-F847-96B9-8D3642906345}" srcOrd="0" destOrd="0" presId="urn:microsoft.com/office/officeart/2005/8/layout/vList2"/>
    <dgm:cxn modelId="{551C1555-ED57-4BEB-A688-64F011DF0026}" srcId="{7CE09CC1-065C-499C-9C06-CD4E2306D0BD}" destId="{05832B74-27DE-488D-B447-607AA6580A0D}" srcOrd="0" destOrd="0" parTransId="{E7788DC9-6EF6-43AA-8DC7-39D1072FB7EF}" sibTransId="{B43B3EED-A653-4DDC-A252-6751B579CEB1}"/>
    <dgm:cxn modelId="{28110861-C4E5-4FFA-B9E6-C4C190165123}" srcId="{7CE09CC1-065C-499C-9C06-CD4E2306D0BD}" destId="{6A5D2CB0-AA26-4B7D-9DF2-1CD34FAAF594}" srcOrd="1" destOrd="0" parTransId="{D0D87E73-0A65-4983-B524-4B0996C4235A}" sibTransId="{6511032D-F02A-45E0-9AE0-F0B74F9322D4}"/>
    <dgm:cxn modelId="{BD393EBB-A53E-F24D-9615-05E537D95C32}" type="presOf" srcId="{7CE09CC1-065C-499C-9C06-CD4E2306D0BD}" destId="{55A7EAB3-B220-B04F-B2ED-365953B2B085}" srcOrd="0" destOrd="0" presId="urn:microsoft.com/office/officeart/2005/8/layout/vList2"/>
    <dgm:cxn modelId="{474EE7C3-ED35-49BD-BE0D-D76B43A0A8ED}" srcId="{7CE09CC1-065C-499C-9C06-CD4E2306D0BD}" destId="{8BC62DCE-BE5A-447B-AAA5-D12FAE9D1AB6}" srcOrd="2" destOrd="0" parTransId="{CEF7BCCB-E52A-4F30-84BA-56FAF0B1EF6D}" sibTransId="{1C184312-77DE-49BC-BFB3-DB4FB8F6F383}"/>
    <dgm:cxn modelId="{8E05B4D0-D3A0-4386-901E-B9AE0A8B7475}" srcId="{7CE09CC1-065C-499C-9C06-CD4E2306D0BD}" destId="{F00EF1D9-4EC9-49C8-9C01-139823DED4B0}" srcOrd="3" destOrd="0" parTransId="{65A4F146-675C-4303-A003-CCFA5A739BDE}" sibTransId="{C78CC75B-6BEA-44F1-8977-502D5BE560EE}"/>
    <dgm:cxn modelId="{F0E659D3-4CAA-4740-B90F-9E232F356C42}" type="presOf" srcId="{6A5D2CB0-AA26-4B7D-9DF2-1CD34FAAF594}" destId="{369A0594-E5DB-E944-BEE5-01372E1F03CC}" srcOrd="0" destOrd="0" presId="urn:microsoft.com/office/officeart/2005/8/layout/vList2"/>
    <dgm:cxn modelId="{6383A0E5-0DC7-3645-AD56-75BAF8E25578}" type="presOf" srcId="{8BC62DCE-BE5A-447B-AAA5-D12FAE9D1AB6}" destId="{CEDD1552-2C49-3643-96B4-28DD698096F9}" srcOrd="0" destOrd="0" presId="urn:microsoft.com/office/officeart/2005/8/layout/vList2"/>
    <dgm:cxn modelId="{6434D8ED-8B2E-734E-BDC2-F9568685677A}" type="presOf" srcId="{F00EF1D9-4EC9-49C8-9C01-139823DED4B0}" destId="{16B4403B-2AE4-264B-91E2-77CA3924ABF0}" srcOrd="0" destOrd="0" presId="urn:microsoft.com/office/officeart/2005/8/layout/vList2"/>
    <dgm:cxn modelId="{6311F348-A036-B641-B8C7-78FC9FA7B939}" type="presParOf" srcId="{55A7EAB3-B220-B04F-B2ED-365953B2B085}" destId="{EB9002A9-EB08-F847-96B9-8D3642906345}" srcOrd="0" destOrd="0" presId="urn:microsoft.com/office/officeart/2005/8/layout/vList2"/>
    <dgm:cxn modelId="{967355E0-486F-4D45-A1A8-C7879BE75E96}" type="presParOf" srcId="{55A7EAB3-B220-B04F-B2ED-365953B2B085}" destId="{E973715E-F1D1-8B47-A5AD-48151DA030BA}" srcOrd="1" destOrd="0" presId="urn:microsoft.com/office/officeart/2005/8/layout/vList2"/>
    <dgm:cxn modelId="{1DFA31A6-F2B8-7C4B-8888-F84F3E9A6F6E}" type="presParOf" srcId="{55A7EAB3-B220-B04F-B2ED-365953B2B085}" destId="{369A0594-E5DB-E944-BEE5-01372E1F03CC}" srcOrd="2" destOrd="0" presId="urn:microsoft.com/office/officeart/2005/8/layout/vList2"/>
    <dgm:cxn modelId="{D6297FA2-A00C-9F46-8AAC-CED5663854F9}" type="presParOf" srcId="{55A7EAB3-B220-B04F-B2ED-365953B2B085}" destId="{C1EC6EF5-5CD9-8B4D-AD33-D83C2C708ABF}" srcOrd="3" destOrd="0" presId="urn:microsoft.com/office/officeart/2005/8/layout/vList2"/>
    <dgm:cxn modelId="{1F9E32CE-4719-7F42-B2B5-BBE0E9DA6B70}" type="presParOf" srcId="{55A7EAB3-B220-B04F-B2ED-365953B2B085}" destId="{CEDD1552-2C49-3643-96B4-28DD698096F9}" srcOrd="4" destOrd="0" presId="urn:microsoft.com/office/officeart/2005/8/layout/vList2"/>
    <dgm:cxn modelId="{B90E972B-D579-E24C-A33F-FF9C6BF15854}" type="presParOf" srcId="{55A7EAB3-B220-B04F-B2ED-365953B2B085}" destId="{90224816-2E4E-4541-9A6F-162D3969B029}" srcOrd="5" destOrd="0" presId="urn:microsoft.com/office/officeart/2005/8/layout/vList2"/>
    <dgm:cxn modelId="{3D738341-3F8D-C44C-B577-960D150643DB}" type="presParOf" srcId="{55A7EAB3-B220-B04F-B2ED-365953B2B085}" destId="{16B4403B-2AE4-264B-91E2-77CA3924ABF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D8BBDA-EF51-4AAD-BD41-C25E9AAAE9E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7B129A3-237E-4025-8A02-49C4F586A6BB}">
      <dgm:prSet/>
      <dgm:spPr/>
      <dgm:t>
        <a:bodyPr/>
        <a:lstStyle/>
        <a:p>
          <a:r>
            <a:rPr lang="en-US"/>
            <a:t>Broadcom BCM2712, quad-core ARM Cortex-A76 @ 2.4GHz</a:t>
          </a:r>
        </a:p>
      </dgm:t>
    </dgm:pt>
    <dgm:pt modelId="{D4A8F73E-55AE-4548-9CC8-409C20281464}" type="parTrans" cxnId="{071FFC0D-294C-4287-AABB-6FCA95289D0D}">
      <dgm:prSet/>
      <dgm:spPr/>
      <dgm:t>
        <a:bodyPr/>
        <a:lstStyle/>
        <a:p>
          <a:endParaRPr lang="en-US"/>
        </a:p>
      </dgm:t>
    </dgm:pt>
    <dgm:pt modelId="{3B6F6342-2736-4C6C-8896-B32DCD2D3AD4}" type="sibTrans" cxnId="{071FFC0D-294C-4287-AABB-6FCA95289D0D}">
      <dgm:prSet/>
      <dgm:spPr/>
      <dgm:t>
        <a:bodyPr/>
        <a:lstStyle/>
        <a:p>
          <a:endParaRPr lang="en-US"/>
        </a:p>
      </dgm:t>
    </dgm:pt>
    <dgm:pt modelId="{6C23EEF5-6938-43D7-9E9C-6CC7F7921DC2}">
      <dgm:prSet/>
      <dgm:spPr/>
      <dgm:t>
        <a:bodyPr/>
        <a:lstStyle/>
        <a:p>
          <a:r>
            <a:rPr lang="en-US"/>
            <a:t>GPU: VideoCore VII @ 800MHz</a:t>
          </a:r>
        </a:p>
      </dgm:t>
    </dgm:pt>
    <dgm:pt modelId="{0A1D73D7-0715-428C-9738-5DCEC3957FA7}" type="parTrans" cxnId="{7B79EB63-46AC-4FFF-ADAA-270E3FD22ECD}">
      <dgm:prSet/>
      <dgm:spPr/>
      <dgm:t>
        <a:bodyPr/>
        <a:lstStyle/>
        <a:p>
          <a:endParaRPr lang="en-US"/>
        </a:p>
      </dgm:t>
    </dgm:pt>
    <dgm:pt modelId="{0354D5D4-EF5C-4E4B-BAD5-CB807AA7CCC2}" type="sibTrans" cxnId="{7B79EB63-46AC-4FFF-ADAA-270E3FD22ECD}">
      <dgm:prSet/>
      <dgm:spPr/>
      <dgm:t>
        <a:bodyPr/>
        <a:lstStyle/>
        <a:p>
          <a:endParaRPr lang="en-US"/>
        </a:p>
      </dgm:t>
    </dgm:pt>
    <dgm:pt modelId="{08229E79-8B90-4831-BC32-ABD2B36CE22C}">
      <dgm:prSet/>
      <dgm:spPr/>
      <dgm:t>
        <a:bodyPr/>
        <a:lstStyle/>
        <a:p>
          <a:r>
            <a:rPr lang="en-US"/>
            <a:t>Up to 8GB LPDDR4X RAM</a:t>
          </a:r>
        </a:p>
      </dgm:t>
    </dgm:pt>
    <dgm:pt modelId="{B1676573-E09C-4C02-97B3-0A5B01E5642B}" type="parTrans" cxnId="{B52E4A15-6E7C-48DB-B280-FF63930E1FDC}">
      <dgm:prSet/>
      <dgm:spPr/>
      <dgm:t>
        <a:bodyPr/>
        <a:lstStyle/>
        <a:p>
          <a:endParaRPr lang="en-US"/>
        </a:p>
      </dgm:t>
    </dgm:pt>
    <dgm:pt modelId="{8577D840-D55C-4B6F-81CC-669CC635A416}" type="sibTrans" cxnId="{B52E4A15-6E7C-48DB-B280-FF63930E1FDC}">
      <dgm:prSet/>
      <dgm:spPr/>
      <dgm:t>
        <a:bodyPr/>
        <a:lstStyle/>
        <a:p>
          <a:endParaRPr lang="en-US"/>
        </a:p>
      </dgm:t>
    </dgm:pt>
    <dgm:pt modelId="{E2B0FD6F-F2AA-4F9C-B95F-9626FD42D88D}">
      <dgm:prSet/>
      <dgm:spPr/>
      <dgm:t>
        <a:bodyPr/>
        <a:lstStyle/>
        <a:p>
          <a:r>
            <a:rPr lang="en-US"/>
            <a:t>2 × HDMI 2.1 ports (dual 4K@60fps)</a:t>
          </a:r>
        </a:p>
      </dgm:t>
    </dgm:pt>
    <dgm:pt modelId="{5023F5A7-4C0E-42DA-824B-EF0CAB47F2BA}" type="parTrans" cxnId="{02AED7E0-1B61-438B-8189-A6F22BE44CD1}">
      <dgm:prSet/>
      <dgm:spPr/>
      <dgm:t>
        <a:bodyPr/>
        <a:lstStyle/>
        <a:p>
          <a:endParaRPr lang="en-US"/>
        </a:p>
      </dgm:t>
    </dgm:pt>
    <dgm:pt modelId="{1F16394A-F0F7-417F-932A-363B78C2B9DB}" type="sibTrans" cxnId="{02AED7E0-1B61-438B-8189-A6F22BE44CD1}">
      <dgm:prSet/>
      <dgm:spPr/>
      <dgm:t>
        <a:bodyPr/>
        <a:lstStyle/>
        <a:p>
          <a:endParaRPr lang="en-US"/>
        </a:p>
      </dgm:t>
    </dgm:pt>
    <dgm:pt modelId="{A616B23B-9D97-4B4A-8645-DB15145160CF}">
      <dgm:prSet/>
      <dgm:spPr/>
      <dgm:t>
        <a:bodyPr/>
        <a:lstStyle/>
        <a:p>
          <a:r>
            <a:rPr lang="en-US"/>
            <a:t>MicroSD slot with SDR104 high-speed support</a:t>
          </a:r>
        </a:p>
      </dgm:t>
    </dgm:pt>
    <dgm:pt modelId="{992F67F6-2FBE-41F3-9058-2164C5D1D801}" type="parTrans" cxnId="{CCC14D48-87C6-4FB2-B11F-800021E06381}">
      <dgm:prSet/>
      <dgm:spPr/>
      <dgm:t>
        <a:bodyPr/>
        <a:lstStyle/>
        <a:p>
          <a:endParaRPr lang="en-US"/>
        </a:p>
      </dgm:t>
    </dgm:pt>
    <dgm:pt modelId="{9E71BF8C-FF2B-4F39-B51C-6433FDB4D191}" type="sibTrans" cxnId="{CCC14D48-87C6-4FB2-B11F-800021E06381}">
      <dgm:prSet/>
      <dgm:spPr/>
      <dgm:t>
        <a:bodyPr/>
        <a:lstStyle/>
        <a:p>
          <a:endParaRPr lang="en-US"/>
        </a:p>
      </dgm:t>
    </dgm:pt>
    <dgm:pt modelId="{10440BC2-B8BC-4D85-9E53-756143E7C30B}">
      <dgm:prSet/>
      <dgm:spPr/>
      <dgm:t>
        <a:bodyPr/>
        <a:lstStyle/>
        <a:p>
          <a:r>
            <a:rPr lang="en-US"/>
            <a:t>PCIe 2.0 (1 lane) via FFC connector</a:t>
          </a:r>
        </a:p>
      </dgm:t>
    </dgm:pt>
    <dgm:pt modelId="{E01EA7DA-7091-44EA-97C8-8EC5E491631E}" type="parTrans" cxnId="{398AFBE0-8144-4366-8527-6A7C0C49D865}">
      <dgm:prSet/>
      <dgm:spPr/>
      <dgm:t>
        <a:bodyPr/>
        <a:lstStyle/>
        <a:p>
          <a:endParaRPr lang="en-US"/>
        </a:p>
      </dgm:t>
    </dgm:pt>
    <dgm:pt modelId="{6887C9C9-37DD-4F9E-A57C-4A21B69060A9}" type="sibTrans" cxnId="{398AFBE0-8144-4366-8527-6A7C0C49D865}">
      <dgm:prSet/>
      <dgm:spPr/>
      <dgm:t>
        <a:bodyPr/>
        <a:lstStyle/>
        <a:p>
          <a:endParaRPr lang="en-US"/>
        </a:p>
      </dgm:t>
    </dgm:pt>
    <dgm:pt modelId="{32EB896E-82BF-423C-AB05-4DBF0A43D033}" type="pres">
      <dgm:prSet presAssocID="{DAD8BBDA-EF51-4AAD-BD41-C25E9AAAE9E5}" presName="root" presStyleCnt="0">
        <dgm:presLayoutVars>
          <dgm:dir/>
          <dgm:resizeHandles val="exact"/>
        </dgm:presLayoutVars>
      </dgm:prSet>
      <dgm:spPr/>
    </dgm:pt>
    <dgm:pt modelId="{7A142FD6-E09B-41C1-A817-EE8D7B470C9B}" type="pres">
      <dgm:prSet presAssocID="{87B129A3-237E-4025-8A02-49C4F586A6BB}" presName="compNode" presStyleCnt="0"/>
      <dgm:spPr/>
    </dgm:pt>
    <dgm:pt modelId="{A996A5C9-C8B0-4A1C-BB56-DDAF73846A65}" type="pres">
      <dgm:prSet presAssocID="{87B129A3-237E-4025-8A02-49C4F586A6B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99512447-3D4F-4471-8643-C87E62A96F32}" type="pres">
      <dgm:prSet presAssocID="{87B129A3-237E-4025-8A02-49C4F586A6BB}" presName="spaceRect" presStyleCnt="0"/>
      <dgm:spPr/>
    </dgm:pt>
    <dgm:pt modelId="{25D994BA-A2E2-4258-BB46-EE2F9544D8B7}" type="pres">
      <dgm:prSet presAssocID="{87B129A3-237E-4025-8A02-49C4F586A6BB}" presName="textRect" presStyleLbl="revTx" presStyleIdx="0" presStyleCnt="6">
        <dgm:presLayoutVars>
          <dgm:chMax val="1"/>
          <dgm:chPref val="1"/>
        </dgm:presLayoutVars>
      </dgm:prSet>
      <dgm:spPr/>
    </dgm:pt>
    <dgm:pt modelId="{413CB753-B52B-44B3-9DDC-438565EFFC3F}" type="pres">
      <dgm:prSet presAssocID="{3B6F6342-2736-4C6C-8896-B32DCD2D3AD4}" presName="sibTrans" presStyleCnt="0"/>
      <dgm:spPr/>
    </dgm:pt>
    <dgm:pt modelId="{6743EE21-8EC1-4C8D-8FEE-F4BEFE655192}" type="pres">
      <dgm:prSet presAssocID="{6C23EEF5-6938-43D7-9E9C-6CC7F7921DC2}" presName="compNode" presStyleCnt="0"/>
      <dgm:spPr/>
    </dgm:pt>
    <dgm:pt modelId="{BF78D4DB-F28E-49E2-A341-C2184A8B1F58}" type="pres">
      <dgm:prSet presAssocID="{6C23EEF5-6938-43D7-9E9C-6CC7F7921DC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41E54AF-D909-46EE-9596-A110426F859E}" type="pres">
      <dgm:prSet presAssocID="{6C23EEF5-6938-43D7-9E9C-6CC7F7921DC2}" presName="spaceRect" presStyleCnt="0"/>
      <dgm:spPr/>
    </dgm:pt>
    <dgm:pt modelId="{9EBD9CE2-169B-45D3-B8B8-743EEB6C9F51}" type="pres">
      <dgm:prSet presAssocID="{6C23EEF5-6938-43D7-9E9C-6CC7F7921DC2}" presName="textRect" presStyleLbl="revTx" presStyleIdx="1" presStyleCnt="6">
        <dgm:presLayoutVars>
          <dgm:chMax val="1"/>
          <dgm:chPref val="1"/>
        </dgm:presLayoutVars>
      </dgm:prSet>
      <dgm:spPr/>
    </dgm:pt>
    <dgm:pt modelId="{9092F2C9-A320-4CF6-A889-B6C35A61E180}" type="pres">
      <dgm:prSet presAssocID="{0354D5D4-EF5C-4E4B-BAD5-CB807AA7CCC2}" presName="sibTrans" presStyleCnt="0"/>
      <dgm:spPr/>
    </dgm:pt>
    <dgm:pt modelId="{C7DAF894-FEEB-48A3-82C8-C59CEE3A5491}" type="pres">
      <dgm:prSet presAssocID="{08229E79-8B90-4831-BC32-ABD2B36CE22C}" presName="compNode" presStyleCnt="0"/>
      <dgm:spPr/>
    </dgm:pt>
    <dgm:pt modelId="{CAD66F02-B156-40D1-A61E-409271B48280}" type="pres">
      <dgm:prSet presAssocID="{08229E79-8B90-4831-BC32-ABD2B36CE22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81BDC02-C68B-43F1-901C-59F5CD5055AD}" type="pres">
      <dgm:prSet presAssocID="{08229E79-8B90-4831-BC32-ABD2B36CE22C}" presName="spaceRect" presStyleCnt="0"/>
      <dgm:spPr/>
    </dgm:pt>
    <dgm:pt modelId="{E3024954-5D1A-449C-94B2-F70A8B252CBB}" type="pres">
      <dgm:prSet presAssocID="{08229E79-8B90-4831-BC32-ABD2B36CE22C}" presName="textRect" presStyleLbl="revTx" presStyleIdx="2" presStyleCnt="6">
        <dgm:presLayoutVars>
          <dgm:chMax val="1"/>
          <dgm:chPref val="1"/>
        </dgm:presLayoutVars>
      </dgm:prSet>
      <dgm:spPr/>
    </dgm:pt>
    <dgm:pt modelId="{9E5CD8B0-492E-4C47-8062-FF55C62A02C2}" type="pres">
      <dgm:prSet presAssocID="{8577D840-D55C-4B6F-81CC-669CC635A416}" presName="sibTrans" presStyleCnt="0"/>
      <dgm:spPr/>
    </dgm:pt>
    <dgm:pt modelId="{15B718CA-F33E-401A-A75C-0BCAC4AA0D53}" type="pres">
      <dgm:prSet presAssocID="{E2B0FD6F-F2AA-4F9C-B95F-9626FD42D88D}" presName="compNode" presStyleCnt="0"/>
      <dgm:spPr/>
    </dgm:pt>
    <dgm:pt modelId="{9483F588-4360-4A4B-8A45-199DA57E602B}" type="pres">
      <dgm:prSet presAssocID="{E2B0FD6F-F2AA-4F9C-B95F-9626FD42D88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7CBE3B9F-A3F3-4BBC-AD39-71C57A614F8A}" type="pres">
      <dgm:prSet presAssocID="{E2B0FD6F-F2AA-4F9C-B95F-9626FD42D88D}" presName="spaceRect" presStyleCnt="0"/>
      <dgm:spPr/>
    </dgm:pt>
    <dgm:pt modelId="{CFDCF4BC-5510-4698-A098-05F7BACA8DA6}" type="pres">
      <dgm:prSet presAssocID="{E2B0FD6F-F2AA-4F9C-B95F-9626FD42D88D}" presName="textRect" presStyleLbl="revTx" presStyleIdx="3" presStyleCnt="6">
        <dgm:presLayoutVars>
          <dgm:chMax val="1"/>
          <dgm:chPref val="1"/>
        </dgm:presLayoutVars>
      </dgm:prSet>
      <dgm:spPr/>
    </dgm:pt>
    <dgm:pt modelId="{845E3EDC-7189-4102-BB2C-20148E4B67D5}" type="pres">
      <dgm:prSet presAssocID="{1F16394A-F0F7-417F-932A-363B78C2B9DB}" presName="sibTrans" presStyleCnt="0"/>
      <dgm:spPr/>
    </dgm:pt>
    <dgm:pt modelId="{1A57730C-25E2-40D3-9CD2-31E2580D436D}" type="pres">
      <dgm:prSet presAssocID="{A616B23B-9D97-4B4A-8645-DB15145160CF}" presName="compNode" presStyleCnt="0"/>
      <dgm:spPr/>
    </dgm:pt>
    <dgm:pt modelId="{885AFC95-66F7-4CB5-904D-FD635662E381}" type="pres">
      <dgm:prSet presAssocID="{A616B23B-9D97-4B4A-8645-DB15145160C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2F43806-75D9-4C0A-B4FE-C780B0634B44}" type="pres">
      <dgm:prSet presAssocID="{A616B23B-9D97-4B4A-8645-DB15145160CF}" presName="spaceRect" presStyleCnt="0"/>
      <dgm:spPr/>
    </dgm:pt>
    <dgm:pt modelId="{EA7A9095-9F9B-4C7C-975B-6ECBD171714E}" type="pres">
      <dgm:prSet presAssocID="{A616B23B-9D97-4B4A-8645-DB15145160CF}" presName="textRect" presStyleLbl="revTx" presStyleIdx="4" presStyleCnt="6">
        <dgm:presLayoutVars>
          <dgm:chMax val="1"/>
          <dgm:chPref val="1"/>
        </dgm:presLayoutVars>
      </dgm:prSet>
      <dgm:spPr/>
    </dgm:pt>
    <dgm:pt modelId="{0A5B0BB4-A053-474A-BCE5-72183858B734}" type="pres">
      <dgm:prSet presAssocID="{9E71BF8C-FF2B-4F39-B51C-6433FDB4D191}" presName="sibTrans" presStyleCnt="0"/>
      <dgm:spPr/>
    </dgm:pt>
    <dgm:pt modelId="{0B259C62-D4B6-4EB8-B468-97C9B0CDFCAF}" type="pres">
      <dgm:prSet presAssocID="{10440BC2-B8BC-4D85-9E53-756143E7C30B}" presName="compNode" presStyleCnt="0"/>
      <dgm:spPr/>
    </dgm:pt>
    <dgm:pt modelId="{F69570E0-1A89-46DF-88A5-3475C006CCA1}" type="pres">
      <dgm:prSet presAssocID="{10440BC2-B8BC-4D85-9E53-756143E7C30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7C839C4B-3CC5-4CC4-8820-CAC365470DC3}" type="pres">
      <dgm:prSet presAssocID="{10440BC2-B8BC-4D85-9E53-756143E7C30B}" presName="spaceRect" presStyleCnt="0"/>
      <dgm:spPr/>
    </dgm:pt>
    <dgm:pt modelId="{37E03EE5-2ACC-4B0D-B4AA-FA7D85A40296}" type="pres">
      <dgm:prSet presAssocID="{10440BC2-B8BC-4D85-9E53-756143E7C30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71FFC0D-294C-4287-AABB-6FCA95289D0D}" srcId="{DAD8BBDA-EF51-4AAD-BD41-C25E9AAAE9E5}" destId="{87B129A3-237E-4025-8A02-49C4F586A6BB}" srcOrd="0" destOrd="0" parTransId="{D4A8F73E-55AE-4548-9CC8-409C20281464}" sibTransId="{3B6F6342-2736-4C6C-8896-B32DCD2D3AD4}"/>
    <dgm:cxn modelId="{B52E4A15-6E7C-48DB-B280-FF63930E1FDC}" srcId="{DAD8BBDA-EF51-4AAD-BD41-C25E9AAAE9E5}" destId="{08229E79-8B90-4831-BC32-ABD2B36CE22C}" srcOrd="2" destOrd="0" parTransId="{B1676573-E09C-4C02-97B3-0A5B01E5642B}" sibTransId="{8577D840-D55C-4B6F-81CC-669CC635A416}"/>
    <dgm:cxn modelId="{35DF821B-3407-4A0C-8911-5D5348302D22}" type="presOf" srcId="{A616B23B-9D97-4B4A-8645-DB15145160CF}" destId="{EA7A9095-9F9B-4C7C-975B-6ECBD171714E}" srcOrd="0" destOrd="0" presId="urn:microsoft.com/office/officeart/2018/2/layout/IconLabelList"/>
    <dgm:cxn modelId="{21E3D71B-DEFF-4368-AEAD-B92B1265B6D5}" type="presOf" srcId="{DAD8BBDA-EF51-4AAD-BD41-C25E9AAAE9E5}" destId="{32EB896E-82BF-423C-AB05-4DBF0A43D033}" srcOrd="0" destOrd="0" presId="urn:microsoft.com/office/officeart/2018/2/layout/IconLabelList"/>
    <dgm:cxn modelId="{CCC14D48-87C6-4FB2-B11F-800021E06381}" srcId="{DAD8BBDA-EF51-4AAD-BD41-C25E9AAAE9E5}" destId="{A616B23B-9D97-4B4A-8645-DB15145160CF}" srcOrd="4" destOrd="0" parTransId="{992F67F6-2FBE-41F3-9058-2164C5D1D801}" sibTransId="{9E71BF8C-FF2B-4F39-B51C-6433FDB4D191}"/>
    <dgm:cxn modelId="{7B79EB63-46AC-4FFF-ADAA-270E3FD22ECD}" srcId="{DAD8BBDA-EF51-4AAD-BD41-C25E9AAAE9E5}" destId="{6C23EEF5-6938-43D7-9E9C-6CC7F7921DC2}" srcOrd="1" destOrd="0" parTransId="{0A1D73D7-0715-428C-9738-5DCEC3957FA7}" sibTransId="{0354D5D4-EF5C-4E4B-BAD5-CB807AA7CCC2}"/>
    <dgm:cxn modelId="{123BE568-0388-4627-9798-F7BFF20D321D}" type="presOf" srcId="{10440BC2-B8BC-4D85-9E53-756143E7C30B}" destId="{37E03EE5-2ACC-4B0D-B4AA-FA7D85A40296}" srcOrd="0" destOrd="0" presId="urn:microsoft.com/office/officeart/2018/2/layout/IconLabelList"/>
    <dgm:cxn modelId="{60188192-979E-4C49-9CDB-E8B10E977202}" type="presOf" srcId="{08229E79-8B90-4831-BC32-ABD2B36CE22C}" destId="{E3024954-5D1A-449C-94B2-F70A8B252CBB}" srcOrd="0" destOrd="0" presId="urn:microsoft.com/office/officeart/2018/2/layout/IconLabelList"/>
    <dgm:cxn modelId="{D51C55B9-D905-4604-918B-98162D67584E}" type="presOf" srcId="{E2B0FD6F-F2AA-4F9C-B95F-9626FD42D88D}" destId="{CFDCF4BC-5510-4698-A098-05F7BACA8DA6}" srcOrd="0" destOrd="0" presId="urn:microsoft.com/office/officeart/2018/2/layout/IconLabelList"/>
    <dgm:cxn modelId="{1A0E1DC5-6A71-45F8-94A0-2F79C68987B9}" type="presOf" srcId="{6C23EEF5-6938-43D7-9E9C-6CC7F7921DC2}" destId="{9EBD9CE2-169B-45D3-B8B8-743EEB6C9F51}" srcOrd="0" destOrd="0" presId="urn:microsoft.com/office/officeart/2018/2/layout/IconLabelList"/>
    <dgm:cxn modelId="{FAE70BD5-E27D-4C56-97DF-2D1968C9BA4B}" type="presOf" srcId="{87B129A3-237E-4025-8A02-49C4F586A6BB}" destId="{25D994BA-A2E2-4258-BB46-EE2F9544D8B7}" srcOrd="0" destOrd="0" presId="urn:microsoft.com/office/officeart/2018/2/layout/IconLabelList"/>
    <dgm:cxn modelId="{02AED7E0-1B61-438B-8189-A6F22BE44CD1}" srcId="{DAD8BBDA-EF51-4AAD-BD41-C25E9AAAE9E5}" destId="{E2B0FD6F-F2AA-4F9C-B95F-9626FD42D88D}" srcOrd="3" destOrd="0" parTransId="{5023F5A7-4C0E-42DA-824B-EF0CAB47F2BA}" sibTransId="{1F16394A-F0F7-417F-932A-363B78C2B9DB}"/>
    <dgm:cxn modelId="{398AFBE0-8144-4366-8527-6A7C0C49D865}" srcId="{DAD8BBDA-EF51-4AAD-BD41-C25E9AAAE9E5}" destId="{10440BC2-B8BC-4D85-9E53-756143E7C30B}" srcOrd="5" destOrd="0" parTransId="{E01EA7DA-7091-44EA-97C8-8EC5E491631E}" sibTransId="{6887C9C9-37DD-4F9E-A57C-4A21B69060A9}"/>
    <dgm:cxn modelId="{42F143D2-0098-4E22-8972-321FF35E9C19}" type="presParOf" srcId="{32EB896E-82BF-423C-AB05-4DBF0A43D033}" destId="{7A142FD6-E09B-41C1-A817-EE8D7B470C9B}" srcOrd="0" destOrd="0" presId="urn:microsoft.com/office/officeart/2018/2/layout/IconLabelList"/>
    <dgm:cxn modelId="{42326199-0760-4358-8AC3-D13AC33E5982}" type="presParOf" srcId="{7A142FD6-E09B-41C1-A817-EE8D7B470C9B}" destId="{A996A5C9-C8B0-4A1C-BB56-DDAF73846A65}" srcOrd="0" destOrd="0" presId="urn:microsoft.com/office/officeart/2018/2/layout/IconLabelList"/>
    <dgm:cxn modelId="{87A005F9-FCC5-40D6-86C9-FD00F28FF665}" type="presParOf" srcId="{7A142FD6-E09B-41C1-A817-EE8D7B470C9B}" destId="{99512447-3D4F-4471-8643-C87E62A96F32}" srcOrd="1" destOrd="0" presId="urn:microsoft.com/office/officeart/2018/2/layout/IconLabelList"/>
    <dgm:cxn modelId="{BF6B3967-B941-4367-82C6-62B871A41A66}" type="presParOf" srcId="{7A142FD6-E09B-41C1-A817-EE8D7B470C9B}" destId="{25D994BA-A2E2-4258-BB46-EE2F9544D8B7}" srcOrd="2" destOrd="0" presId="urn:microsoft.com/office/officeart/2018/2/layout/IconLabelList"/>
    <dgm:cxn modelId="{5C280475-21A0-4C62-BAF2-E0183BC59BF6}" type="presParOf" srcId="{32EB896E-82BF-423C-AB05-4DBF0A43D033}" destId="{413CB753-B52B-44B3-9DDC-438565EFFC3F}" srcOrd="1" destOrd="0" presId="urn:microsoft.com/office/officeart/2018/2/layout/IconLabelList"/>
    <dgm:cxn modelId="{082A2653-6806-42B8-A78F-51801F7489FF}" type="presParOf" srcId="{32EB896E-82BF-423C-AB05-4DBF0A43D033}" destId="{6743EE21-8EC1-4C8D-8FEE-F4BEFE655192}" srcOrd="2" destOrd="0" presId="urn:microsoft.com/office/officeart/2018/2/layout/IconLabelList"/>
    <dgm:cxn modelId="{001F72F6-AC05-4E45-B681-E81C830A7DA8}" type="presParOf" srcId="{6743EE21-8EC1-4C8D-8FEE-F4BEFE655192}" destId="{BF78D4DB-F28E-49E2-A341-C2184A8B1F58}" srcOrd="0" destOrd="0" presId="urn:microsoft.com/office/officeart/2018/2/layout/IconLabelList"/>
    <dgm:cxn modelId="{5DC95F95-31E3-419C-B79C-00E19BDA38E6}" type="presParOf" srcId="{6743EE21-8EC1-4C8D-8FEE-F4BEFE655192}" destId="{841E54AF-D909-46EE-9596-A110426F859E}" srcOrd="1" destOrd="0" presId="urn:microsoft.com/office/officeart/2018/2/layout/IconLabelList"/>
    <dgm:cxn modelId="{09B2984A-0A5C-4E0D-B04A-E96FD838991B}" type="presParOf" srcId="{6743EE21-8EC1-4C8D-8FEE-F4BEFE655192}" destId="{9EBD9CE2-169B-45D3-B8B8-743EEB6C9F51}" srcOrd="2" destOrd="0" presId="urn:microsoft.com/office/officeart/2018/2/layout/IconLabelList"/>
    <dgm:cxn modelId="{9A7A35D7-8E8A-4CE6-A8C9-6F49AAA14304}" type="presParOf" srcId="{32EB896E-82BF-423C-AB05-4DBF0A43D033}" destId="{9092F2C9-A320-4CF6-A889-B6C35A61E180}" srcOrd="3" destOrd="0" presId="urn:microsoft.com/office/officeart/2018/2/layout/IconLabelList"/>
    <dgm:cxn modelId="{3572080D-B1D7-4BE0-82BB-40D721554EE1}" type="presParOf" srcId="{32EB896E-82BF-423C-AB05-4DBF0A43D033}" destId="{C7DAF894-FEEB-48A3-82C8-C59CEE3A5491}" srcOrd="4" destOrd="0" presId="urn:microsoft.com/office/officeart/2018/2/layout/IconLabelList"/>
    <dgm:cxn modelId="{FB2BED15-4D2A-4028-9BBF-CEED2A9AE6C8}" type="presParOf" srcId="{C7DAF894-FEEB-48A3-82C8-C59CEE3A5491}" destId="{CAD66F02-B156-40D1-A61E-409271B48280}" srcOrd="0" destOrd="0" presId="urn:microsoft.com/office/officeart/2018/2/layout/IconLabelList"/>
    <dgm:cxn modelId="{346F64C2-E1D4-442B-8F0A-8777146B0145}" type="presParOf" srcId="{C7DAF894-FEEB-48A3-82C8-C59CEE3A5491}" destId="{081BDC02-C68B-43F1-901C-59F5CD5055AD}" srcOrd="1" destOrd="0" presId="urn:microsoft.com/office/officeart/2018/2/layout/IconLabelList"/>
    <dgm:cxn modelId="{2F893A56-B081-4213-A0D9-4D21DCA26039}" type="presParOf" srcId="{C7DAF894-FEEB-48A3-82C8-C59CEE3A5491}" destId="{E3024954-5D1A-449C-94B2-F70A8B252CBB}" srcOrd="2" destOrd="0" presId="urn:microsoft.com/office/officeart/2018/2/layout/IconLabelList"/>
    <dgm:cxn modelId="{28D8B0CC-551C-4DD2-B097-BACA0F829FEB}" type="presParOf" srcId="{32EB896E-82BF-423C-AB05-4DBF0A43D033}" destId="{9E5CD8B0-492E-4C47-8062-FF55C62A02C2}" srcOrd="5" destOrd="0" presId="urn:microsoft.com/office/officeart/2018/2/layout/IconLabelList"/>
    <dgm:cxn modelId="{9C2B6454-A985-4DEB-8D3B-9EFBB199C5D9}" type="presParOf" srcId="{32EB896E-82BF-423C-AB05-4DBF0A43D033}" destId="{15B718CA-F33E-401A-A75C-0BCAC4AA0D53}" srcOrd="6" destOrd="0" presId="urn:microsoft.com/office/officeart/2018/2/layout/IconLabelList"/>
    <dgm:cxn modelId="{3AB0758B-2518-4F71-A48A-3F11C8B46209}" type="presParOf" srcId="{15B718CA-F33E-401A-A75C-0BCAC4AA0D53}" destId="{9483F588-4360-4A4B-8A45-199DA57E602B}" srcOrd="0" destOrd="0" presId="urn:microsoft.com/office/officeart/2018/2/layout/IconLabelList"/>
    <dgm:cxn modelId="{9F35BA9C-A23D-4891-B14A-01B0C968F076}" type="presParOf" srcId="{15B718CA-F33E-401A-A75C-0BCAC4AA0D53}" destId="{7CBE3B9F-A3F3-4BBC-AD39-71C57A614F8A}" srcOrd="1" destOrd="0" presId="urn:microsoft.com/office/officeart/2018/2/layout/IconLabelList"/>
    <dgm:cxn modelId="{EE40CF8C-D0BF-4074-982A-BA795670263F}" type="presParOf" srcId="{15B718CA-F33E-401A-A75C-0BCAC4AA0D53}" destId="{CFDCF4BC-5510-4698-A098-05F7BACA8DA6}" srcOrd="2" destOrd="0" presId="urn:microsoft.com/office/officeart/2018/2/layout/IconLabelList"/>
    <dgm:cxn modelId="{B747972F-A4BA-492C-9441-92D3DA58BC59}" type="presParOf" srcId="{32EB896E-82BF-423C-AB05-4DBF0A43D033}" destId="{845E3EDC-7189-4102-BB2C-20148E4B67D5}" srcOrd="7" destOrd="0" presId="urn:microsoft.com/office/officeart/2018/2/layout/IconLabelList"/>
    <dgm:cxn modelId="{BC2095BC-E18E-44FB-91FD-BC707BBC796D}" type="presParOf" srcId="{32EB896E-82BF-423C-AB05-4DBF0A43D033}" destId="{1A57730C-25E2-40D3-9CD2-31E2580D436D}" srcOrd="8" destOrd="0" presId="urn:microsoft.com/office/officeart/2018/2/layout/IconLabelList"/>
    <dgm:cxn modelId="{FD37B7CF-816A-42F2-A4E5-43705B17A5DA}" type="presParOf" srcId="{1A57730C-25E2-40D3-9CD2-31E2580D436D}" destId="{885AFC95-66F7-4CB5-904D-FD635662E381}" srcOrd="0" destOrd="0" presId="urn:microsoft.com/office/officeart/2018/2/layout/IconLabelList"/>
    <dgm:cxn modelId="{F22D5323-D448-4186-BB6E-D3E935B6FC22}" type="presParOf" srcId="{1A57730C-25E2-40D3-9CD2-31E2580D436D}" destId="{12F43806-75D9-4C0A-B4FE-C780B0634B44}" srcOrd="1" destOrd="0" presId="urn:microsoft.com/office/officeart/2018/2/layout/IconLabelList"/>
    <dgm:cxn modelId="{F56D4A09-B833-4CAC-B3DA-DFCA3307BBDF}" type="presParOf" srcId="{1A57730C-25E2-40D3-9CD2-31E2580D436D}" destId="{EA7A9095-9F9B-4C7C-975B-6ECBD171714E}" srcOrd="2" destOrd="0" presId="urn:microsoft.com/office/officeart/2018/2/layout/IconLabelList"/>
    <dgm:cxn modelId="{A299AB39-29E2-477D-AD15-8C1303F10B56}" type="presParOf" srcId="{32EB896E-82BF-423C-AB05-4DBF0A43D033}" destId="{0A5B0BB4-A053-474A-BCE5-72183858B734}" srcOrd="9" destOrd="0" presId="urn:microsoft.com/office/officeart/2018/2/layout/IconLabelList"/>
    <dgm:cxn modelId="{0A85AA15-0C25-4CCF-A1B0-E2F546932316}" type="presParOf" srcId="{32EB896E-82BF-423C-AB05-4DBF0A43D033}" destId="{0B259C62-D4B6-4EB8-B468-97C9B0CDFCAF}" srcOrd="10" destOrd="0" presId="urn:microsoft.com/office/officeart/2018/2/layout/IconLabelList"/>
    <dgm:cxn modelId="{C3E9F5B9-7FC2-453C-B43F-A0C9E3AA0F77}" type="presParOf" srcId="{0B259C62-D4B6-4EB8-B468-97C9B0CDFCAF}" destId="{F69570E0-1A89-46DF-88A5-3475C006CCA1}" srcOrd="0" destOrd="0" presId="urn:microsoft.com/office/officeart/2018/2/layout/IconLabelList"/>
    <dgm:cxn modelId="{4882DB64-E4FA-4340-92D7-8E5CFA9B7CFA}" type="presParOf" srcId="{0B259C62-D4B6-4EB8-B468-97C9B0CDFCAF}" destId="{7C839C4B-3CC5-4CC4-8820-CAC365470DC3}" srcOrd="1" destOrd="0" presId="urn:microsoft.com/office/officeart/2018/2/layout/IconLabelList"/>
    <dgm:cxn modelId="{70B6DB08-CECC-40EC-991C-4E1C6E0C0931}" type="presParOf" srcId="{0B259C62-D4B6-4EB8-B468-97C9B0CDFCAF}" destId="{37E03EE5-2ACC-4B0D-B4AA-FA7D85A4029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687833-7936-4A33-BCDA-F081FEC900C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9CB14E4-E398-43D8-8AE5-75E4A3F41BB1}">
      <dgm:prSet/>
      <dgm:spPr/>
      <dgm:t>
        <a:bodyPr/>
        <a:lstStyle/>
        <a:p>
          <a:pPr>
            <a:defRPr cap="all"/>
          </a:pPr>
          <a:r>
            <a:rPr lang="en-US"/>
            <a:t>2 × USB 3.0 ports + 2 × USB 2.0 ports</a:t>
          </a:r>
        </a:p>
      </dgm:t>
    </dgm:pt>
    <dgm:pt modelId="{FBD07684-33AC-44FA-8F0A-1D1D36D4F5ED}" type="parTrans" cxnId="{3B9E2115-7F99-41B5-9AFD-169DEFD1F048}">
      <dgm:prSet/>
      <dgm:spPr/>
      <dgm:t>
        <a:bodyPr/>
        <a:lstStyle/>
        <a:p>
          <a:endParaRPr lang="en-US"/>
        </a:p>
      </dgm:t>
    </dgm:pt>
    <dgm:pt modelId="{75D7338C-4483-475B-B3E7-1F5BEDF9C668}" type="sibTrans" cxnId="{3B9E2115-7F99-41B5-9AFD-169DEFD1F048}">
      <dgm:prSet/>
      <dgm:spPr/>
      <dgm:t>
        <a:bodyPr/>
        <a:lstStyle/>
        <a:p>
          <a:endParaRPr lang="en-US"/>
        </a:p>
      </dgm:t>
    </dgm:pt>
    <dgm:pt modelId="{06C70639-ED46-4CCD-B708-89C44ED1FF44}">
      <dgm:prSet/>
      <dgm:spPr/>
      <dgm:t>
        <a:bodyPr/>
        <a:lstStyle/>
        <a:p>
          <a:pPr>
            <a:defRPr cap="all"/>
          </a:pPr>
          <a:r>
            <a:rPr lang="en-US"/>
            <a:t>Gigabit Ethernet</a:t>
          </a:r>
        </a:p>
      </dgm:t>
    </dgm:pt>
    <dgm:pt modelId="{6CB00C1D-EE60-4A22-AE29-40406895481C}" type="parTrans" cxnId="{8AA3567C-3D48-47F5-AE24-8EEA9FA2586A}">
      <dgm:prSet/>
      <dgm:spPr/>
      <dgm:t>
        <a:bodyPr/>
        <a:lstStyle/>
        <a:p>
          <a:endParaRPr lang="en-US"/>
        </a:p>
      </dgm:t>
    </dgm:pt>
    <dgm:pt modelId="{252042CA-1158-4CCF-BFFE-3591BC3FC389}" type="sibTrans" cxnId="{8AA3567C-3D48-47F5-AE24-8EEA9FA2586A}">
      <dgm:prSet/>
      <dgm:spPr/>
      <dgm:t>
        <a:bodyPr/>
        <a:lstStyle/>
        <a:p>
          <a:endParaRPr lang="en-US"/>
        </a:p>
      </dgm:t>
    </dgm:pt>
    <dgm:pt modelId="{D93772FE-3664-4367-9448-65DAFE524616}">
      <dgm:prSet/>
      <dgm:spPr/>
      <dgm:t>
        <a:bodyPr/>
        <a:lstStyle/>
        <a:p>
          <a:pPr>
            <a:defRPr cap="all"/>
          </a:pPr>
          <a:r>
            <a:rPr lang="en-US"/>
            <a:t>Wi-Fi 802.11ac (dual-band)</a:t>
          </a:r>
        </a:p>
      </dgm:t>
    </dgm:pt>
    <dgm:pt modelId="{180B113D-15D5-4E98-8EEA-4BB31D591819}" type="parTrans" cxnId="{A318F26C-A321-405F-A018-D2E4DD059EC7}">
      <dgm:prSet/>
      <dgm:spPr/>
      <dgm:t>
        <a:bodyPr/>
        <a:lstStyle/>
        <a:p>
          <a:endParaRPr lang="en-US"/>
        </a:p>
      </dgm:t>
    </dgm:pt>
    <dgm:pt modelId="{264458B1-3E9F-4AE4-84BC-AE46F42E3BFB}" type="sibTrans" cxnId="{A318F26C-A321-405F-A018-D2E4DD059EC7}">
      <dgm:prSet/>
      <dgm:spPr/>
      <dgm:t>
        <a:bodyPr/>
        <a:lstStyle/>
        <a:p>
          <a:endParaRPr lang="en-US"/>
        </a:p>
      </dgm:t>
    </dgm:pt>
    <dgm:pt modelId="{677E25BD-27EE-49DF-8C29-67C68F91943D}">
      <dgm:prSet/>
      <dgm:spPr/>
      <dgm:t>
        <a:bodyPr/>
        <a:lstStyle/>
        <a:p>
          <a:pPr>
            <a:defRPr cap="all"/>
          </a:pPr>
          <a:r>
            <a:rPr lang="en-US"/>
            <a:t>Bluetooth 5.0</a:t>
          </a:r>
        </a:p>
      </dgm:t>
    </dgm:pt>
    <dgm:pt modelId="{8DEC6C6C-E6BB-4054-ACDE-86FF6D7BF35E}" type="parTrans" cxnId="{D452BEB5-A652-48FE-A5C4-F1FBD6F98588}">
      <dgm:prSet/>
      <dgm:spPr/>
      <dgm:t>
        <a:bodyPr/>
        <a:lstStyle/>
        <a:p>
          <a:endParaRPr lang="en-US"/>
        </a:p>
      </dgm:t>
    </dgm:pt>
    <dgm:pt modelId="{740CCBA4-0C55-4122-8FA8-EC1A16BF69D2}" type="sibTrans" cxnId="{D452BEB5-A652-48FE-A5C4-F1FBD6F98588}">
      <dgm:prSet/>
      <dgm:spPr/>
      <dgm:t>
        <a:bodyPr/>
        <a:lstStyle/>
        <a:p>
          <a:endParaRPr lang="en-US"/>
        </a:p>
      </dgm:t>
    </dgm:pt>
    <dgm:pt modelId="{D3283D8E-37B8-49FD-8AFF-D54FDFADE65D}" type="pres">
      <dgm:prSet presAssocID="{98687833-7936-4A33-BCDA-F081FEC900C1}" presName="root" presStyleCnt="0">
        <dgm:presLayoutVars>
          <dgm:dir/>
          <dgm:resizeHandles val="exact"/>
        </dgm:presLayoutVars>
      </dgm:prSet>
      <dgm:spPr/>
    </dgm:pt>
    <dgm:pt modelId="{1366EDC1-CED4-43F2-AD10-F8351762E808}" type="pres">
      <dgm:prSet presAssocID="{89CB14E4-E398-43D8-8AE5-75E4A3F41BB1}" presName="compNode" presStyleCnt="0"/>
      <dgm:spPr/>
    </dgm:pt>
    <dgm:pt modelId="{7D1EB84C-51C1-4CD2-B997-77DF8E693DFE}" type="pres">
      <dgm:prSet presAssocID="{89CB14E4-E398-43D8-8AE5-75E4A3F41BB1}" presName="iconBgRect" presStyleLbl="bgShp" presStyleIdx="0" presStyleCnt="4"/>
      <dgm:spPr/>
    </dgm:pt>
    <dgm:pt modelId="{C857D804-94D2-4F84-ABFC-12BBA1A04729}" type="pres">
      <dgm:prSet presAssocID="{89CB14E4-E398-43D8-8AE5-75E4A3F41BB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A45EDF9D-6243-409C-919F-927ADB4352DF}" type="pres">
      <dgm:prSet presAssocID="{89CB14E4-E398-43D8-8AE5-75E4A3F41BB1}" presName="spaceRect" presStyleCnt="0"/>
      <dgm:spPr/>
    </dgm:pt>
    <dgm:pt modelId="{DE8D1AA7-39EE-456A-83A3-C313F2C618F4}" type="pres">
      <dgm:prSet presAssocID="{89CB14E4-E398-43D8-8AE5-75E4A3F41BB1}" presName="textRect" presStyleLbl="revTx" presStyleIdx="0" presStyleCnt="4">
        <dgm:presLayoutVars>
          <dgm:chMax val="1"/>
          <dgm:chPref val="1"/>
        </dgm:presLayoutVars>
      </dgm:prSet>
      <dgm:spPr/>
    </dgm:pt>
    <dgm:pt modelId="{C32B4D03-73FF-48BA-9EC0-24337BF4655E}" type="pres">
      <dgm:prSet presAssocID="{75D7338C-4483-475B-B3E7-1F5BEDF9C668}" presName="sibTrans" presStyleCnt="0"/>
      <dgm:spPr/>
    </dgm:pt>
    <dgm:pt modelId="{5EBB28D6-299A-4534-BF1B-15D1AF538818}" type="pres">
      <dgm:prSet presAssocID="{06C70639-ED46-4CCD-B708-89C44ED1FF44}" presName="compNode" presStyleCnt="0"/>
      <dgm:spPr/>
    </dgm:pt>
    <dgm:pt modelId="{28047DB4-18E3-46D4-8F00-0832287B2E9B}" type="pres">
      <dgm:prSet presAssocID="{06C70639-ED46-4CCD-B708-89C44ED1FF44}" presName="iconBgRect" presStyleLbl="bgShp" presStyleIdx="1" presStyleCnt="4"/>
      <dgm:spPr/>
    </dgm:pt>
    <dgm:pt modelId="{4B292374-4BE7-4065-93EF-EC30F3EB91DC}" type="pres">
      <dgm:prSet presAssocID="{06C70639-ED46-4CCD-B708-89C44ED1FF4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2072CE1-F2E4-4E5C-B7EE-7E25278351D4}" type="pres">
      <dgm:prSet presAssocID="{06C70639-ED46-4CCD-B708-89C44ED1FF44}" presName="spaceRect" presStyleCnt="0"/>
      <dgm:spPr/>
    </dgm:pt>
    <dgm:pt modelId="{13C1C3AC-FACB-4E21-A762-2292641EB339}" type="pres">
      <dgm:prSet presAssocID="{06C70639-ED46-4CCD-B708-89C44ED1FF44}" presName="textRect" presStyleLbl="revTx" presStyleIdx="1" presStyleCnt="4">
        <dgm:presLayoutVars>
          <dgm:chMax val="1"/>
          <dgm:chPref val="1"/>
        </dgm:presLayoutVars>
      </dgm:prSet>
      <dgm:spPr/>
    </dgm:pt>
    <dgm:pt modelId="{9EDE7147-2DFE-47C0-8095-D636D98E5F4D}" type="pres">
      <dgm:prSet presAssocID="{252042CA-1158-4CCF-BFFE-3591BC3FC389}" presName="sibTrans" presStyleCnt="0"/>
      <dgm:spPr/>
    </dgm:pt>
    <dgm:pt modelId="{7860D413-96FC-465B-B1E1-3BD73B587F20}" type="pres">
      <dgm:prSet presAssocID="{D93772FE-3664-4367-9448-65DAFE524616}" presName="compNode" presStyleCnt="0"/>
      <dgm:spPr/>
    </dgm:pt>
    <dgm:pt modelId="{265011A0-7FF1-4666-A1A6-66F383609E6B}" type="pres">
      <dgm:prSet presAssocID="{D93772FE-3664-4367-9448-65DAFE524616}" presName="iconBgRect" presStyleLbl="bgShp" presStyleIdx="2" presStyleCnt="4"/>
      <dgm:spPr/>
    </dgm:pt>
    <dgm:pt modelId="{5A345B18-3629-4E47-87ED-62148FB9BD56}" type="pres">
      <dgm:prSet presAssocID="{D93772FE-3664-4367-9448-65DAFE52461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F0475CB2-6647-466F-9B11-0D44BCF6AAAF}" type="pres">
      <dgm:prSet presAssocID="{D93772FE-3664-4367-9448-65DAFE524616}" presName="spaceRect" presStyleCnt="0"/>
      <dgm:spPr/>
    </dgm:pt>
    <dgm:pt modelId="{E047D279-9A7D-46C3-A2A7-A454F1947885}" type="pres">
      <dgm:prSet presAssocID="{D93772FE-3664-4367-9448-65DAFE524616}" presName="textRect" presStyleLbl="revTx" presStyleIdx="2" presStyleCnt="4">
        <dgm:presLayoutVars>
          <dgm:chMax val="1"/>
          <dgm:chPref val="1"/>
        </dgm:presLayoutVars>
      </dgm:prSet>
      <dgm:spPr/>
    </dgm:pt>
    <dgm:pt modelId="{22A2F6E6-13A3-4D28-8F74-7F2D0BCC1033}" type="pres">
      <dgm:prSet presAssocID="{264458B1-3E9F-4AE4-84BC-AE46F42E3BFB}" presName="sibTrans" presStyleCnt="0"/>
      <dgm:spPr/>
    </dgm:pt>
    <dgm:pt modelId="{9EBACACD-DE50-4813-B2E5-4846DB2A9055}" type="pres">
      <dgm:prSet presAssocID="{677E25BD-27EE-49DF-8C29-67C68F91943D}" presName="compNode" presStyleCnt="0"/>
      <dgm:spPr/>
    </dgm:pt>
    <dgm:pt modelId="{55527F27-EB63-4B7B-B82C-A2826DB3932B}" type="pres">
      <dgm:prSet presAssocID="{677E25BD-27EE-49DF-8C29-67C68F91943D}" presName="iconBgRect" presStyleLbl="bgShp" presStyleIdx="3" presStyleCnt="4"/>
      <dgm:spPr/>
    </dgm:pt>
    <dgm:pt modelId="{FA1E5E47-D3E5-45EC-B904-5D9727DB549C}" type="pres">
      <dgm:prSet presAssocID="{677E25BD-27EE-49DF-8C29-67C68F91943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tooth"/>
        </a:ext>
      </dgm:extLst>
    </dgm:pt>
    <dgm:pt modelId="{D91DCBC4-0B96-4570-8614-6D2887FFB0EB}" type="pres">
      <dgm:prSet presAssocID="{677E25BD-27EE-49DF-8C29-67C68F91943D}" presName="spaceRect" presStyleCnt="0"/>
      <dgm:spPr/>
    </dgm:pt>
    <dgm:pt modelId="{7DF33D2D-5B39-4E71-993F-F1301227FF70}" type="pres">
      <dgm:prSet presAssocID="{677E25BD-27EE-49DF-8C29-67C68F91943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B9E2115-7F99-41B5-9AFD-169DEFD1F048}" srcId="{98687833-7936-4A33-BCDA-F081FEC900C1}" destId="{89CB14E4-E398-43D8-8AE5-75E4A3F41BB1}" srcOrd="0" destOrd="0" parTransId="{FBD07684-33AC-44FA-8F0A-1D1D36D4F5ED}" sibTransId="{75D7338C-4483-475B-B3E7-1F5BEDF9C668}"/>
    <dgm:cxn modelId="{118E0119-3D87-4BCA-9EE3-CAC4BE521737}" type="presOf" srcId="{677E25BD-27EE-49DF-8C29-67C68F91943D}" destId="{7DF33D2D-5B39-4E71-993F-F1301227FF70}" srcOrd="0" destOrd="0" presId="urn:microsoft.com/office/officeart/2018/5/layout/IconCircleLabelList"/>
    <dgm:cxn modelId="{A318F26C-A321-405F-A018-D2E4DD059EC7}" srcId="{98687833-7936-4A33-BCDA-F081FEC900C1}" destId="{D93772FE-3664-4367-9448-65DAFE524616}" srcOrd="2" destOrd="0" parTransId="{180B113D-15D5-4E98-8EEA-4BB31D591819}" sibTransId="{264458B1-3E9F-4AE4-84BC-AE46F42E3BFB}"/>
    <dgm:cxn modelId="{8AA3567C-3D48-47F5-AE24-8EEA9FA2586A}" srcId="{98687833-7936-4A33-BCDA-F081FEC900C1}" destId="{06C70639-ED46-4CCD-B708-89C44ED1FF44}" srcOrd="1" destOrd="0" parTransId="{6CB00C1D-EE60-4A22-AE29-40406895481C}" sibTransId="{252042CA-1158-4CCF-BFFE-3591BC3FC389}"/>
    <dgm:cxn modelId="{3D917C8D-FCA4-47CE-AE48-674A3F165A49}" type="presOf" srcId="{89CB14E4-E398-43D8-8AE5-75E4A3F41BB1}" destId="{DE8D1AA7-39EE-456A-83A3-C313F2C618F4}" srcOrd="0" destOrd="0" presId="urn:microsoft.com/office/officeart/2018/5/layout/IconCircleLabelList"/>
    <dgm:cxn modelId="{AA0C6E90-C0ED-4B2F-8AA5-C6015C37C722}" type="presOf" srcId="{06C70639-ED46-4CCD-B708-89C44ED1FF44}" destId="{13C1C3AC-FACB-4E21-A762-2292641EB339}" srcOrd="0" destOrd="0" presId="urn:microsoft.com/office/officeart/2018/5/layout/IconCircleLabelList"/>
    <dgm:cxn modelId="{D452BEB5-A652-48FE-A5C4-F1FBD6F98588}" srcId="{98687833-7936-4A33-BCDA-F081FEC900C1}" destId="{677E25BD-27EE-49DF-8C29-67C68F91943D}" srcOrd="3" destOrd="0" parTransId="{8DEC6C6C-E6BB-4054-ACDE-86FF6D7BF35E}" sibTransId="{740CCBA4-0C55-4122-8FA8-EC1A16BF69D2}"/>
    <dgm:cxn modelId="{01890BC4-F9CE-4E98-9B2E-770E589F1287}" type="presOf" srcId="{98687833-7936-4A33-BCDA-F081FEC900C1}" destId="{D3283D8E-37B8-49FD-8AFF-D54FDFADE65D}" srcOrd="0" destOrd="0" presId="urn:microsoft.com/office/officeart/2018/5/layout/IconCircleLabelList"/>
    <dgm:cxn modelId="{6288E7C8-18A6-490A-8FC3-94FED4354A62}" type="presOf" srcId="{D93772FE-3664-4367-9448-65DAFE524616}" destId="{E047D279-9A7D-46C3-A2A7-A454F1947885}" srcOrd="0" destOrd="0" presId="urn:microsoft.com/office/officeart/2018/5/layout/IconCircleLabelList"/>
    <dgm:cxn modelId="{2EFBF57F-E7DC-47F5-B1A9-69D2908DFADE}" type="presParOf" srcId="{D3283D8E-37B8-49FD-8AFF-D54FDFADE65D}" destId="{1366EDC1-CED4-43F2-AD10-F8351762E808}" srcOrd="0" destOrd="0" presId="urn:microsoft.com/office/officeart/2018/5/layout/IconCircleLabelList"/>
    <dgm:cxn modelId="{EE1246F3-6526-4375-8F93-D2EFF0F0FC61}" type="presParOf" srcId="{1366EDC1-CED4-43F2-AD10-F8351762E808}" destId="{7D1EB84C-51C1-4CD2-B997-77DF8E693DFE}" srcOrd="0" destOrd="0" presId="urn:microsoft.com/office/officeart/2018/5/layout/IconCircleLabelList"/>
    <dgm:cxn modelId="{CB620F1D-2ECF-4AB0-B012-C59B6E89472D}" type="presParOf" srcId="{1366EDC1-CED4-43F2-AD10-F8351762E808}" destId="{C857D804-94D2-4F84-ABFC-12BBA1A04729}" srcOrd="1" destOrd="0" presId="urn:microsoft.com/office/officeart/2018/5/layout/IconCircleLabelList"/>
    <dgm:cxn modelId="{C502804D-926D-46E8-9252-DE4ECC4D0E18}" type="presParOf" srcId="{1366EDC1-CED4-43F2-AD10-F8351762E808}" destId="{A45EDF9D-6243-409C-919F-927ADB4352DF}" srcOrd="2" destOrd="0" presId="urn:microsoft.com/office/officeart/2018/5/layout/IconCircleLabelList"/>
    <dgm:cxn modelId="{792C91EC-D645-4FB2-85BB-9A1DF20A25FA}" type="presParOf" srcId="{1366EDC1-CED4-43F2-AD10-F8351762E808}" destId="{DE8D1AA7-39EE-456A-83A3-C313F2C618F4}" srcOrd="3" destOrd="0" presId="urn:microsoft.com/office/officeart/2018/5/layout/IconCircleLabelList"/>
    <dgm:cxn modelId="{85A71056-63F1-4D05-886E-28EE976CC3C3}" type="presParOf" srcId="{D3283D8E-37B8-49FD-8AFF-D54FDFADE65D}" destId="{C32B4D03-73FF-48BA-9EC0-24337BF4655E}" srcOrd="1" destOrd="0" presId="urn:microsoft.com/office/officeart/2018/5/layout/IconCircleLabelList"/>
    <dgm:cxn modelId="{1810175C-F330-47A9-B0D4-E4910E2E3B0E}" type="presParOf" srcId="{D3283D8E-37B8-49FD-8AFF-D54FDFADE65D}" destId="{5EBB28D6-299A-4534-BF1B-15D1AF538818}" srcOrd="2" destOrd="0" presId="urn:microsoft.com/office/officeart/2018/5/layout/IconCircleLabelList"/>
    <dgm:cxn modelId="{0AE44AAF-42F8-4413-8EC5-16C0EAD841A0}" type="presParOf" srcId="{5EBB28D6-299A-4534-BF1B-15D1AF538818}" destId="{28047DB4-18E3-46D4-8F00-0832287B2E9B}" srcOrd="0" destOrd="0" presId="urn:microsoft.com/office/officeart/2018/5/layout/IconCircleLabelList"/>
    <dgm:cxn modelId="{42EA8C94-7FE8-4F94-AE3D-D2BCE62DE3C0}" type="presParOf" srcId="{5EBB28D6-299A-4534-BF1B-15D1AF538818}" destId="{4B292374-4BE7-4065-93EF-EC30F3EB91DC}" srcOrd="1" destOrd="0" presId="urn:microsoft.com/office/officeart/2018/5/layout/IconCircleLabelList"/>
    <dgm:cxn modelId="{10A5768B-D7C5-4273-9DFC-D382B84405FA}" type="presParOf" srcId="{5EBB28D6-299A-4534-BF1B-15D1AF538818}" destId="{02072CE1-F2E4-4E5C-B7EE-7E25278351D4}" srcOrd="2" destOrd="0" presId="urn:microsoft.com/office/officeart/2018/5/layout/IconCircleLabelList"/>
    <dgm:cxn modelId="{DBB93B8D-FE3A-45BF-8B2F-4E6055EF5F9E}" type="presParOf" srcId="{5EBB28D6-299A-4534-BF1B-15D1AF538818}" destId="{13C1C3AC-FACB-4E21-A762-2292641EB339}" srcOrd="3" destOrd="0" presId="urn:microsoft.com/office/officeart/2018/5/layout/IconCircleLabelList"/>
    <dgm:cxn modelId="{2BE6F8D0-91F2-42B8-9BEF-0F1F0B2662E0}" type="presParOf" srcId="{D3283D8E-37B8-49FD-8AFF-D54FDFADE65D}" destId="{9EDE7147-2DFE-47C0-8095-D636D98E5F4D}" srcOrd="3" destOrd="0" presId="urn:microsoft.com/office/officeart/2018/5/layout/IconCircleLabelList"/>
    <dgm:cxn modelId="{4BD345FC-5D4A-4AD0-A536-23E32FE832F9}" type="presParOf" srcId="{D3283D8E-37B8-49FD-8AFF-D54FDFADE65D}" destId="{7860D413-96FC-465B-B1E1-3BD73B587F20}" srcOrd="4" destOrd="0" presId="urn:microsoft.com/office/officeart/2018/5/layout/IconCircleLabelList"/>
    <dgm:cxn modelId="{4F035F64-EB8A-4AA3-8281-BA141F3C0AA4}" type="presParOf" srcId="{7860D413-96FC-465B-B1E1-3BD73B587F20}" destId="{265011A0-7FF1-4666-A1A6-66F383609E6B}" srcOrd="0" destOrd="0" presId="urn:microsoft.com/office/officeart/2018/5/layout/IconCircleLabelList"/>
    <dgm:cxn modelId="{899C4E69-2C6C-41E8-9BAB-C323DF586FF1}" type="presParOf" srcId="{7860D413-96FC-465B-B1E1-3BD73B587F20}" destId="{5A345B18-3629-4E47-87ED-62148FB9BD56}" srcOrd="1" destOrd="0" presId="urn:microsoft.com/office/officeart/2018/5/layout/IconCircleLabelList"/>
    <dgm:cxn modelId="{17852F8D-E69B-4A6C-BE2A-7034905604F9}" type="presParOf" srcId="{7860D413-96FC-465B-B1E1-3BD73B587F20}" destId="{F0475CB2-6647-466F-9B11-0D44BCF6AAAF}" srcOrd="2" destOrd="0" presId="urn:microsoft.com/office/officeart/2018/5/layout/IconCircleLabelList"/>
    <dgm:cxn modelId="{CB47CEF2-DA37-44FD-A02E-20F5E547367D}" type="presParOf" srcId="{7860D413-96FC-465B-B1E1-3BD73B587F20}" destId="{E047D279-9A7D-46C3-A2A7-A454F1947885}" srcOrd="3" destOrd="0" presId="urn:microsoft.com/office/officeart/2018/5/layout/IconCircleLabelList"/>
    <dgm:cxn modelId="{36925BF4-5459-4C55-9230-F7CD4B82665B}" type="presParOf" srcId="{D3283D8E-37B8-49FD-8AFF-D54FDFADE65D}" destId="{22A2F6E6-13A3-4D28-8F74-7F2D0BCC1033}" srcOrd="5" destOrd="0" presId="urn:microsoft.com/office/officeart/2018/5/layout/IconCircleLabelList"/>
    <dgm:cxn modelId="{01B27DAC-8E26-4C27-B78C-3360E324EDEA}" type="presParOf" srcId="{D3283D8E-37B8-49FD-8AFF-D54FDFADE65D}" destId="{9EBACACD-DE50-4813-B2E5-4846DB2A9055}" srcOrd="6" destOrd="0" presId="urn:microsoft.com/office/officeart/2018/5/layout/IconCircleLabelList"/>
    <dgm:cxn modelId="{9F2CF4E5-D554-4AAE-8417-CF364CC029FB}" type="presParOf" srcId="{9EBACACD-DE50-4813-B2E5-4846DB2A9055}" destId="{55527F27-EB63-4B7B-B82C-A2826DB3932B}" srcOrd="0" destOrd="0" presId="urn:microsoft.com/office/officeart/2018/5/layout/IconCircleLabelList"/>
    <dgm:cxn modelId="{A804E8C8-17EF-4B0B-AA31-9A9A89DB1274}" type="presParOf" srcId="{9EBACACD-DE50-4813-B2E5-4846DB2A9055}" destId="{FA1E5E47-D3E5-45EC-B904-5D9727DB549C}" srcOrd="1" destOrd="0" presId="urn:microsoft.com/office/officeart/2018/5/layout/IconCircleLabelList"/>
    <dgm:cxn modelId="{0C0CC154-610B-4C16-982E-735A98A39B74}" type="presParOf" srcId="{9EBACACD-DE50-4813-B2E5-4846DB2A9055}" destId="{D91DCBC4-0B96-4570-8614-6D2887FFB0EB}" srcOrd="2" destOrd="0" presId="urn:microsoft.com/office/officeart/2018/5/layout/IconCircleLabelList"/>
    <dgm:cxn modelId="{715D1064-D82E-47A9-8AB3-D0A14858260A}" type="presParOf" srcId="{9EBACACD-DE50-4813-B2E5-4846DB2A9055}" destId="{7DF33D2D-5B39-4E71-993F-F1301227FF7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BD8303-B7AD-46F4-9916-E0E80E8D41F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083216C-8A3A-4977-A29A-2992B3D54090}">
      <dgm:prSet/>
      <dgm:spPr/>
      <dgm:t>
        <a:bodyPr/>
        <a:lstStyle/>
        <a:p>
          <a:r>
            <a:rPr lang="en-US"/>
            <a:t>Affordable desktop replacement</a:t>
          </a:r>
        </a:p>
      </dgm:t>
    </dgm:pt>
    <dgm:pt modelId="{7C77990E-0BDA-4774-88BC-657E9B04DD09}" type="parTrans" cxnId="{F4E40AFC-875B-416D-8381-D2F09BC267C8}">
      <dgm:prSet/>
      <dgm:spPr/>
      <dgm:t>
        <a:bodyPr/>
        <a:lstStyle/>
        <a:p>
          <a:endParaRPr lang="en-US"/>
        </a:p>
      </dgm:t>
    </dgm:pt>
    <dgm:pt modelId="{C5E5A7A8-53FD-4B05-9A62-931524392576}" type="sibTrans" cxnId="{F4E40AFC-875B-416D-8381-D2F09BC267C8}">
      <dgm:prSet/>
      <dgm:spPr/>
      <dgm:t>
        <a:bodyPr/>
        <a:lstStyle/>
        <a:p>
          <a:endParaRPr lang="en-US"/>
        </a:p>
      </dgm:t>
    </dgm:pt>
    <dgm:pt modelId="{087624D5-7CBE-410B-BC76-01B8E8A54019}">
      <dgm:prSet/>
      <dgm:spPr/>
      <dgm:t>
        <a:bodyPr/>
        <a:lstStyle/>
        <a:p>
          <a:r>
            <a:rPr lang="en-US"/>
            <a:t>Robotics &amp; IoT projects</a:t>
          </a:r>
        </a:p>
      </dgm:t>
    </dgm:pt>
    <dgm:pt modelId="{77921826-C9F7-4DD1-B04F-1273F543C74B}" type="parTrans" cxnId="{EA69165F-5D43-4A31-97BB-74EC021C1874}">
      <dgm:prSet/>
      <dgm:spPr/>
      <dgm:t>
        <a:bodyPr/>
        <a:lstStyle/>
        <a:p>
          <a:endParaRPr lang="en-US"/>
        </a:p>
      </dgm:t>
    </dgm:pt>
    <dgm:pt modelId="{9AD24B52-8718-46DF-A09F-A6D198514062}" type="sibTrans" cxnId="{EA69165F-5D43-4A31-97BB-74EC021C1874}">
      <dgm:prSet/>
      <dgm:spPr/>
      <dgm:t>
        <a:bodyPr/>
        <a:lstStyle/>
        <a:p>
          <a:endParaRPr lang="en-US"/>
        </a:p>
      </dgm:t>
    </dgm:pt>
    <dgm:pt modelId="{233A2D2F-3150-42A4-8BB1-1E8F3DCDC0E8}">
      <dgm:prSet/>
      <dgm:spPr/>
      <dgm:t>
        <a:bodyPr/>
        <a:lstStyle/>
        <a:p>
          <a:r>
            <a:rPr lang="en-US"/>
            <a:t>Media center (Kodi, Plex, 4K streaming)</a:t>
          </a:r>
        </a:p>
      </dgm:t>
    </dgm:pt>
    <dgm:pt modelId="{BC1122D2-29CB-4112-8387-64529E15207C}" type="parTrans" cxnId="{225F0082-38C4-438D-8190-5ED7D08AED64}">
      <dgm:prSet/>
      <dgm:spPr/>
      <dgm:t>
        <a:bodyPr/>
        <a:lstStyle/>
        <a:p>
          <a:endParaRPr lang="en-US"/>
        </a:p>
      </dgm:t>
    </dgm:pt>
    <dgm:pt modelId="{C966259A-26D1-4711-9159-91F9684DF65A}" type="sibTrans" cxnId="{225F0082-38C4-438D-8190-5ED7D08AED64}">
      <dgm:prSet/>
      <dgm:spPr/>
      <dgm:t>
        <a:bodyPr/>
        <a:lstStyle/>
        <a:p>
          <a:endParaRPr lang="en-US"/>
        </a:p>
      </dgm:t>
    </dgm:pt>
    <dgm:pt modelId="{30AECB69-AD9D-48CC-95EC-343461245FA1}">
      <dgm:prSet/>
      <dgm:spPr/>
      <dgm:t>
        <a:bodyPr/>
        <a:lstStyle/>
        <a:p>
          <a:r>
            <a:rPr lang="en-US"/>
            <a:t>Home automation</a:t>
          </a:r>
        </a:p>
      </dgm:t>
    </dgm:pt>
    <dgm:pt modelId="{07F5EBCC-E6A5-4880-A382-A6927DF4D90C}" type="parTrans" cxnId="{D6FA0A95-B09B-413B-8683-49CC890DD6BA}">
      <dgm:prSet/>
      <dgm:spPr/>
      <dgm:t>
        <a:bodyPr/>
        <a:lstStyle/>
        <a:p>
          <a:endParaRPr lang="en-US"/>
        </a:p>
      </dgm:t>
    </dgm:pt>
    <dgm:pt modelId="{A8AD81B3-0DAE-4CE4-8A8A-9B135FA65C51}" type="sibTrans" cxnId="{D6FA0A95-B09B-413B-8683-49CC890DD6BA}">
      <dgm:prSet/>
      <dgm:spPr/>
      <dgm:t>
        <a:bodyPr/>
        <a:lstStyle/>
        <a:p>
          <a:endParaRPr lang="en-US"/>
        </a:p>
      </dgm:t>
    </dgm:pt>
    <dgm:pt modelId="{3843CB2A-C1BE-41E7-B6A8-9FA5061E68FE}">
      <dgm:prSet/>
      <dgm:spPr/>
      <dgm:t>
        <a:bodyPr/>
        <a:lstStyle/>
        <a:p>
          <a:r>
            <a:rPr lang="en-US"/>
            <a:t>AI &amp; ML experiments</a:t>
          </a:r>
        </a:p>
      </dgm:t>
    </dgm:pt>
    <dgm:pt modelId="{B444986C-AB0E-465D-AF93-719AEA7FAF98}" type="parTrans" cxnId="{7DAF2AA6-B342-461E-9D26-C16786744C19}">
      <dgm:prSet/>
      <dgm:spPr/>
      <dgm:t>
        <a:bodyPr/>
        <a:lstStyle/>
        <a:p>
          <a:endParaRPr lang="en-US"/>
        </a:p>
      </dgm:t>
    </dgm:pt>
    <dgm:pt modelId="{4792ADE2-3341-404A-A0EE-77ACE18B6E8C}" type="sibTrans" cxnId="{7DAF2AA6-B342-461E-9D26-C16786744C19}">
      <dgm:prSet/>
      <dgm:spPr/>
      <dgm:t>
        <a:bodyPr/>
        <a:lstStyle/>
        <a:p>
          <a:endParaRPr lang="en-US"/>
        </a:p>
      </dgm:t>
    </dgm:pt>
    <dgm:pt modelId="{B162B0B5-18C5-471E-8A3B-D689520D005D}" type="pres">
      <dgm:prSet presAssocID="{10BD8303-B7AD-46F4-9916-E0E80E8D41FF}" presName="root" presStyleCnt="0">
        <dgm:presLayoutVars>
          <dgm:dir/>
          <dgm:resizeHandles val="exact"/>
        </dgm:presLayoutVars>
      </dgm:prSet>
      <dgm:spPr/>
    </dgm:pt>
    <dgm:pt modelId="{5CB1451C-1D02-4226-9479-67C5B45EFD0C}" type="pres">
      <dgm:prSet presAssocID="{C083216C-8A3A-4977-A29A-2992B3D54090}" presName="compNode" presStyleCnt="0"/>
      <dgm:spPr/>
    </dgm:pt>
    <dgm:pt modelId="{FCEEA610-C6D6-4AAD-8BB2-FA6053D5AED0}" type="pres">
      <dgm:prSet presAssocID="{C083216C-8A3A-4977-A29A-2992B3D5409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927567C-2D3C-41BD-BD57-9C7BDA309A74}" type="pres">
      <dgm:prSet presAssocID="{C083216C-8A3A-4977-A29A-2992B3D54090}" presName="spaceRect" presStyleCnt="0"/>
      <dgm:spPr/>
    </dgm:pt>
    <dgm:pt modelId="{D4FE55DC-E00B-4B5F-912B-5D7C13E17435}" type="pres">
      <dgm:prSet presAssocID="{C083216C-8A3A-4977-A29A-2992B3D54090}" presName="textRect" presStyleLbl="revTx" presStyleIdx="0" presStyleCnt="5">
        <dgm:presLayoutVars>
          <dgm:chMax val="1"/>
          <dgm:chPref val="1"/>
        </dgm:presLayoutVars>
      </dgm:prSet>
      <dgm:spPr/>
    </dgm:pt>
    <dgm:pt modelId="{5225D459-EC4F-4978-B02B-F35DD96A4ECD}" type="pres">
      <dgm:prSet presAssocID="{C5E5A7A8-53FD-4B05-9A62-931524392576}" presName="sibTrans" presStyleCnt="0"/>
      <dgm:spPr/>
    </dgm:pt>
    <dgm:pt modelId="{6E46B8F1-D1E9-4677-8D7D-3DB275D0449E}" type="pres">
      <dgm:prSet presAssocID="{087624D5-7CBE-410B-BC76-01B8E8A54019}" presName="compNode" presStyleCnt="0"/>
      <dgm:spPr/>
    </dgm:pt>
    <dgm:pt modelId="{0164C7E1-E4D2-4C6F-96E5-5857B95A8AA6}" type="pres">
      <dgm:prSet presAssocID="{087624D5-7CBE-410B-BC76-01B8E8A5401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8CEA427-2AFA-47B8-B7DF-A8A99DA41041}" type="pres">
      <dgm:prSet presAssocID="{087624D5-7CBE-410B-BC76-01B8E8A54019}" presName="spaceRect" presStyleCnt="0"/>
      <dgm:spPr/>
    </dgm:pt>
    <dgm:pt modelId="{ED83E9CD-A893-469B-AA95-8662DBA1E0A3}" type="pres">
      <dgm:prSet presAssocID="{087624D5-7CBE-410B-BC76-01B8E8A54019}" presName="textRect" presStyleLbl="revTx" presStyleIdx="1" presStyleCnt="5">
        <dgm:presLayoutVars>
          <dgm:chMax val="1"/>
          <dgm:chPref val="1"/>
        </dgm:presLayoutVars>
      </dgm:prSet>
      <dgm:spPr/>
    </dgm:pt>
    <dgm:pt modelId="{BF9404C5-BAE5-4623-8AED-274B6ADD1851}" type="pres">
      <dgm:prSet presAssocID="{9AD24B52-8718-46DF-A09F-A6D198514062}" presName="sibTrans" presStyleCnt="0"/>
      <dgm:spPr/>
    </dgm:pt>
    <dgm:pt modelId="{709B658E-A1A6-4121-8AF3-CEB5C57DB52C}" type="pres">
      <dgm:prSet presAssocID="{233A2D2F-3150-42A4-8BB1-1E8F3DCDC0E8}" presName="compNode" presStyleCnt="0"/>
      <dgm:spPr/>
    </dgm:pt>
    <dgm:pt modelId="{33208FC1-3B1A-4752-84BC-CD2F12941F8B}" type="pres">
      <dgm:prSet presAssocID="{233A2D2F-3150-42A4-8BB1-1E8F3DCDC0E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80273C60-A704-4586-83D9-74F7D8394B4E}" type="pres">
      <dgm:prSet presAssocID="{233A2D2F-3150-42A4-8BB1-1E8F3DCDC0E8}" presName="spaceRect" presStyleCnt="0"/>
      <dgm:spPr/>
    </dgm:pt>
    <dgm:pt modelId="{0B0ED625-0294-4D3F-9A6E-0386DCCE3BFA}" type="pres">
      <dgm:prSet presAssocID="{233A2D2F-3150-42A4-8BB1-1E8F3DCDC0E8}" presName="textRect" presStyleLbl="revTx" presStyleIdx="2" presStyleCnt="5">
        <dgm:presLayoutVars>
          <dgm:chMax val="1"/>
          <dgm:chPref val="1"/>
        </dgm:presLayoutVars>
      </dgm:prSet>
      <dgm:spPr/>
    </dgm:pt>
    <dgm:pt modelId="{56EB3120-85A6-403B-8F32-6CEC42424791}" type="pres">
      <dgm:prSet presAssocID="{C966259A-26D1-4711-9159-91F9684DF65A}" presName="sibTrans" presStyleCnt="0"/>
      <dgm:spPr/>
    </dgm:pt>
    <dgm:pt modelId="{6E07CE35-BEAC-49B0-82FD-4C416682B015}" type="pres">
      <dgm:prSet presAssocID="{30AECB69-AD9D-48CC-95EC-343461245FA1}" presName="compNode" presStyleCnt="0"/>
      <dgm:spPr/>
    </dgm:pt>
    <dgm:pt modelId="{6E128D06-8B27-4574-905E-A6804CC189F2}" type="pres">
      <dgm:prSet presAssocID="{30AECB69-AD9D-48CC-95EC-343461245FA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7504ED06-A789-4140-9045-66EE14FE3461}" type="pres">
      <dgm:prSet presAssocID="{30AECB69-AD9D-48CC-95EC-343461245FA1}" presName="spaceRect" presStyleCnt="0"/>
      <dgm:spPr/>
    </dgm:pt>
    <dgm:pt modelId="{D194F7BD-3349-4327-8B7E-7FE0767A82A3}" type="pres">
      <dgm:prSet presAssocID="{30AECB69-AD9D-48CC-95EC-343461245FA1}" presName="textRect" presStyleLbl="revTx" presStyleIdx="3" presStyleCnt="5">
        <dgm:presLayoutVars>
          <dgm:chMax val="1"/>
          <dgm:chPref val="1"/>
        </dgm:presLayoutVars>
      </dgm:prSet>
      <dgm:spPr/>
    </dgm:pt>
    <dgm:pt modelId="{7F7A21D7-5ABF-4E1E-9A00-1AF3944486DC}" type="pres">
      <dgm:prSet presAssocID="{A8AD81B3-0DAE-4CE4-8A8A-9B135FA65C51}" presName="sibTrans" presStyleCnt="0"/>
      <dgm:spPr/>
    </dgm:pt>
    <dgm:pt modelId="{6CB374AB-1705-4DA3-8500-6CB79233243A}" type="pres">
      <dgm:prSet presAssocID="{3843CB2A-C1BE-41E7-B6A8-9FA5061E68FE}" presName="compNode" presStyleCnt="0"/>
      <dgm:spPr/>
    </dgm:pt>
    <dgm:pt modelId="{980DA25A-CE6F-4FC8-86CC-C1EF4B4A82F8}" type="pres">
      <dgm:prSet presAssocID="{3843CB2A-C1BE-41E7-B6A8-9FA5061E68F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7381AC1-C2BA-4B6A-8993-D96E53E28328}" type="pres">
      <dgm:prSet presAssocID="{3843CB2A-C1BE-41E7-B6A8-9FA5061E68FE}" presName="spaceRect" presStyleCnt="0"/>
      <dgm:spPr/>
    </dgm:pt>
    <dgm:pt modelId="{09271737-7FBB-4C1B-A612-6908DC0D954C}" type="pres">
      <dgm:prSet presAssocID="{3843CB2A-C1BE-41E7-B6A8-9FA5061E68F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6946E04-1858-430E-A9F4-93607E74AD63}" type="presOf" srcId="{C083216C-8A3A-4977-A29A-2992B3D54090}" destId="{D4FE55DC-E00B-4B5F-912B-5D7C13E17435}" srcOrd="0" destOrd="0" presId="urn:microsoft.com/office/officeart/2018/2/layout/IconLabelList"/>
    <dgm:cxn modelId="{D5869839-88DC-44C8-8DAB-2AC6179CF8F9}" type="presOf" srcId="{233A2D2F-3150-42A4-8BB1-1E8F3DCDC0E8}" destId="{0B0ED625-0294-4D3F-9A6E-0386DCCE3BFA}" srcOrd="0" destOrd="0" presId="urn:microsoft.com/office/officeart/2018/2/layout/IconLabelList"/>
    <dgm:cxn modelId="{2BD53A3D-9EB2-4B6E-A0BA-995ED578C3D2}" type="presOf" srcId="{10BD8303-B7AD-46F4-9916-E0E80E8D41FF}" destId="{B162B0B5-18C5-471E-8A3B-D689520D005D}" srcOrd="0" destOrd="0" presId="urn:microsoft.com/office/officeart/2018/2/layout/IconLabelList"/>
    <dgm:cxn modelId="{AAF6224A-01F6-4B6E-88A9-B76D3AE030FB}" type="presOf" srcId="{30AECB69-AD9D-48CC-95EC-343461245FA1}" destId="{D194F7BD-3349-4327-8B7E-7FE0767A82A3}" srcOrd="0" destOrd="0" presId="urn:microsoft.com/office/officeart/2018/2/layout/IconLabelList"/>
    <dgm:cxn modelId="{EA69165F-5D43-4A31-97BB-74EC021C1874}" srcId="{10BD8303-B7AD-46F4-9916-E0E80E8D41FF}" destId="{087624D5-7CBE-410B-BC76-01B8E8A54019}" srcOrd="1" destOrd="0" parTransId="{77921826-C9F7-4DD1-B04F-1273F543C74B}" sibTransId="{9AD24B52-8718-46DF-A09F-A6D198514062}"/>
    <dgm:cxn modelId="{09804A63-8343-4AA0-9D75-C984628FC9BC}" type="presOf" srcId="{3843CB2A-C1BE-41E7-B6A8-9FA5061E68FE}" destId="{09271737-7FBB-4C1B-A612-6908DC0D954C}" srcOrd="0" destOrd="0" presId="urn:microsoft.com/office/officeart/2018/2/layout/IconLabelList"/>
    <dgm:cxn modelId="{BE3B6D6F-65D2-41D9-9911-C712ADA8D534}" type="presOf" srcId="{087624D5-7CBE-410B-BC76-01B8E8A54019}" destId="{ED83E9CD-A893-469B-AA95-8662DBA1E0A3}" srcOrd="0" destOrd="0" presId="urn:microsoft.com/office/officeart/2018/2/layout/IconLabelList"/>
    <dgm:cxn modelId="{225F0082-38C4-438D-8190-5ED7D08AED64}" srcId="{10BD8303-B7AD-46F4-9916-E0E80E8D41FF}" destId="{233A2D2F-3150-42A4-8BB1-1E8F3DCDC0E8}" srcOrd="2" destOrd="0" parTransId="{BC1122D2-29CB-4112-8387-64529E15207C}" sibTransId="{C966259A-26D1-4711-9159-91F9684DF65A}"/>
    <dgm:cxn modelId="{D6FA0A95-B09B-413B-8683-49CC890DD6BA}" srcId="{10BD8303-B7AD-46F4-9916-E0E80E8D41FF}" destId="{30AECB69-AD9D-48CC-95EC-343461245FA1}" srcOrd="3" destOrd="0" parTransId="{07F5EBCC-E6A5-4880-A382-A6927DF4D90C}" sibTransId="{A8AD81B3-0DAE-4CE4-8A8A-9B135FA65C51}"/>
    <dgm:cxn modelId="{7DAF2AA6-B342-461E-9D26-C16786744C19}" srcId="{10BD8303-B7AD-46F4-9916-E0E80E8D41FF}" destId="{3843CB2A-C1BE-41E7-B6A8-9FA5061E68FE}" srcOrd="4" destOrd="0" parTransId="{B444986C-AB0E-465D-AF93-719AEA7FAF98}" sibTransId="{4792ADE2-3341-404A-A0EE-77ACE18B6E8C}"/>
    <dgm:cxn modelId="{F4E40AFC-875B-416D-8381-D2F09BC267C8}" srcId="{10BD8303-B7AD-46F4-9916-E0E80E8D41FF}" destId="{C083216C-8A3A-4977-A29A-2992B3D54090}" srcOrd="0" destOrd="0" parTransId="{7C77990E-0BDA-4774-88BC-657E9B04DD09}" sibTransId="{C5E5A7A8-53FD-4B05-9A62-931524392576}"/>
    <dgm:cxn modelId="{268C7173-8872-438C-9017-10847335DB4D}" type="presParOf" srcId="{B162B0B5-18C5-471E-8A3B-D689520D005D}" destId="{5CB1451C-1D02-4226-9479-67C5B45EFD0C}" srcOrd="0" destOrd="0" presId="urn:microsoft.com/office/officeart/2018/2/layout/IconLabelList"/>
    <dgm:cxn modelId="{87041E84-A7FE-4206-B3A3-1F23449ADBD5}" type="presParOf" srcId="{5CB1451C-1D02-4226-9479-67C5B45EFD0C}" destId="{FCEEA610-C6D6-4AAD-8BB2-FA6053D5AED0}" srcOrd="0" destOrd="0" presId="urn:microsoft.com/office/officeart/2018/2/layout/IconLabelList"/>
    <dgm:cxn modelId="{3C5BF914-586A-493E-934A-688E1FDD7E21}" type="presParOf" srcId="{5CB1451C-1D02-4226-9479-67C5B45EFD0C}" destId="{8927567C-2D3C-41BD-BD57-9C7BDA309A74}" srcOrd="1" destOrd="0" presId="urn:microsoft.com/office/officeart/2018/2/layout/IconLabelList"/>
    <dgm:cxn modelId="{5C0108ED-40FD-4B3F-BB53-DA0B508BA219}" type="presParOf" srcId="{5CB1451C-1D02-4226-9479-67C5B45EFD0C}" destId="{D4FE55DC-E00B-4B5F-912B-5D7C13E17435}" srcOrd="2" destOrd="0" presId="urn:microsoft.com/office/officeart/2018/2/layout/IconLabelList"/>
    <dgm:cxn modelId="{A726834D-C99B-4D30-984A-7E52D58B0041}" type="presParOf" srcId="{B162B0B5-18C5-471E-8A3B-D689520D005D}" destId="{5225D459-EC4F-4978-B02B-F35DD96A4ECD}" srcOrd="1" destOrd="0" presId="urn:microsoft.com/office/officeart/2018/2/layout/IconLabelList"/>
    <dgm:cxn modelId="{01B456ED-B4E1-4FDF-8031-81EE1B73C326}" type="presParOf" srcId="{B162B0B5-18C5-471E-8A3B-D689520D005D}" destId="{6E46B8F1-D1E9-4677-8D7D-3DB275D0449E}" srcOrd="2" destOrd="0" presId="urn:microsoft.com/office/officeart/2018/2/layout/IconLabelList"/>
    <dgm:cxn modelId="{ABD72695-6F7D-423D-9BAF-C02061B28171}" type="presParOf" srcId="{6E46B8F1-D1E9-4677-8D7D-3DB275D0449E}" destId="{0164C7E1-E4D2-4C6F-96E5-5857B95A8AA6}" srcOrd="0" destOrd="0" presId="urn:microsoft.com/office/officeart/2018/2/layout/IconLabelList"/>
    <dgm:cxn modelId="{CB4B8DB8-EEC8-4C28-B739-94D97854D3F9}" type="presParOf" srcId="{6E46B8F1-D1E9-4677-8D7D-3DB275D0449E}" destId="{68CEA427-2AFA-47B8-B7DF-A8A99DA41041}" srcOrd="1" destOrd="0" presId="urn:microsoft.com/office/officeart/2018/2/layout/IconLabelList"/>
    <dgm:cxn modelId="{6D55107C-8380-4F4D-9EAA-62683DED29B4}" type="presParOf" srcId="{6E46B8F1-D1E9-4677-8D7D-3DB275D0449E}" destId="{ED83E9CD-A893-469B-AA95-8662DBA1E0A3}" srcOrd="2" destOrd="0" presId="urn:microsoft.com/office/officeart/2018/2/layout/IconLabelList"/>
    <dgm:cxn modelId="{82C973DA-C511-4F79-99A7-E035B5DFD0CA}" type="presParOf" srcId="{B162B0B5-18C5-471E-8A3B-D689520D005D}" destId="{BF9404C5-BAE5-4623-8AED-274B6ADD1851}" srcOrd="3" destOrd="0" presId="urn:microsoft.com/office/officeart/2018/2/layout/IconLabelList"/>
    <dgm:cxn modelId="{B6F9A1EF-371D-43ED-8B49-05A8FF17E58B}" type="presParOf" srcId="{B162B0B5-18C5-471E-8A3B-D689520D005D}" destId="{709B658E-A1A6-4121-8AF3-CEB5C57DB52C}" srcOrd="4" destOrd="0" presId="urn:microsoft.com/office/officeart/2018/2/layout/IconLabelList"/>
    <dgm:cxn modelId="{FD9B6E6C-001A-42D4-A1D6-07A4121EDD65}" type="presParOf" srcId="{709B658E-A1A6-4121-8AF3-CEB5C57DB52C}" destId="{33208FC1-3B1A-4752-84BC-CD2F12941F8B}" srcOrd="0" destOrd="0" presId="urn:microsoft.com/office/officeart/2018/2/layout/IconLabelList"/>
    <dgm:cxn modelId="{BB52BDA3-F3CE-4F94-9D45-8278E32ED973}" type="presParOf" srcId="{709B658E-A1A6-4121-8AF3-CEB5C57DB52C}" destId="{80273C60-A704-4586-83D9-74F7D8394B4E}" srcOrd="1" destOrd="0" presId="urn:microsoft.com/office/officeart/2018/2/layout/IconLabelList"/>
    <dgm:cxn modelId="{6D5A91C7-1EA5-440A-96DB-46EFED523F9E}" type="presParOf" srcId="{709B658E-A1A6-4121-8AF3-CEB5C57DB52C}" destId="{0B0ED625-0294-4D3F-9A6E-0386DCCE3BFA}" srcOrd="2" destOrd="0" presId="urn:microsoft.com/office/officeart/2018/2/layout/IconLabelList"/>
    <dgm:cxn modelId="{4342E1F1-D72A-41DE-8AC3-5C0CBF32A7B8}" type="presParOf" srcId="{B162B0B5-18C5-471E-8A3B-D689520D005D}" destId="{56EB3120-85A6-403B-8F32-6CEC42424791}" srcOrd="5" destOrd="0" presId="urn:microsoft.com/office/officeart/2018/2/layout/IconLabelList"/>
    <dgm:cxn modelId="{A970EFF6-EF36-4A47-8354-B7A22BA4306C}" type="presParOf" srcId="{B162B0B5-18C5-471E-8A3B-D689520D005D}" destId="{6E07CE35-BEAC-49B0-82FD-4C416682B015}" srcOrd="6" destOrd="0" presId="urn:microsoft.com/office/officeart/2018/2/layout/IconLabelList"/>
    <dgm:cxn modelId="{30649475-CEE2-4A0F-80C3-65D5BD668571}" type="presParOf" srcId="{6E07CE35-BEAC-49B0-82FD-4C416682B015}" destId="{6E128D06-8B27-4574-905E-A6804CC189F2}" srcOrd="0" destOrd="0" presId="urn:microsoft.com/office/officeart/2018/2/layout/IconLabelList"/>
    <dgm:cxn modelId="{275D57BE-5B13-47D7-AD6C-5287258752E2}" type="presParOf" srcId="{6E07CE35-BEAC-49B0-82FD-4C416682B015}" destId="{7504ED06-A789-4140-9045-66EE14FE3461}" srcOrd="1" destOrd="0" presId="urn:microsoft.com/office/officeart/2018/2/layout/IconLabelList"/>
    <dgm:cxn modelId="{C29BBCAB-7484-454F-81B8-AEF788F08E69}" type="presParOf" srcId="{6E07CE35-BEAC-49B0-82FD-4C416682B015}" destId="{D194F7BD-3349-4327-8B7E-7FE0767A82A3}" srcOrd="2" destOrd="0" presId="urn:microsoft.com/office/officeart/2018/2/layout/IconLabelList"/>
    <dgm:cxn modelId="{B095282C-092D-49E9-A736-99E3EED07095}" type="presParOf" srcId="{B162B0B5-18C5-471E-8A3B-D689520D005D}" destId="{7F7A21D7-5ABF-4E1E-9A00-1AF3944486DC}" srcOrd="7" destOrd="0" presId="urn:microsoft.com/office/officeart/2018/2/layout/IconLabelList"/>
    <dgm:cxn modelId="{EADBE5AF-5116-4AFE-AEAD-D3FD3075F769}" type="presParOf" srcId="{B162B0B5-18C5-471E-8A3B-D689520D005D}" destId="{6CB374AB-1705-4DA3-8500-6CB79233243A}" srcOrd="8" destOrd="0" presId="urn:microsoft.com/office/officeart/2018/2/layout/IconLabelList"/>
    <dgm:cxn modelId="{38551851-D45B-429F-BB17-027521BAFCD2}" type="presParOf" srcId="{6CB374AB-1705-4DA3-8500-6CB79233243A}" destId="{980DA25A-CE6F-4FC8-86CC-C1EF4B4A82F8}" srcOrd="0" destOrd="0" presId="urn:microsoft.com/office/officeart/2018/2/layout/IconLabelList"/>
    <dgm:cxn modelId="{1CC800F0-1427-488B-A512-AD6810B05AAF}" type="presParOf" srcId="{6CB374AB-1705-4DA3-8500-6CB79233243A}" destId="{37381AC1-C2BA-4B6A-8993-D96E53E28328}" srcOrd="1" destOrd="0" presId="urn:microsoft.com/office/officeart/2018/2/layout/IconLabelList"/>
    <dgm:cxn modelId="{E4185996-1C1E-45A3-A800-C2270212B7F3}" type="presParOf" srcId="{6CB374AB-1705-4DA3-8500-6CB79233243A}" destId="{09271737-7FBB-4C1B-A612-6908DC0D954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366B053-0F16-4D2E-BF13-1E71CD39332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C4B73D4-1890-4D77-A5E1-CE0FDD6B50A5}">
      <dgm:prSet/>
      <dgm:spPr/>
      <dgm:t>
        <a:bodyPr/>
        <a:lstStyle/>
        <a:p>
          <a:pPr>
            <a:defRPr cap="all"/>
          </a:pPr>
          <a:r>
            <a:rPr lang="en-US" dirty="0"/>
            <a:t>CPU: Cortex-A72 @ 1.5GHz → Cortex-A76 @ 2.4GHz</a:t>
          </a:r>
        </a:p>
      </dgm:t>
    </dgm:pt>
    <dgm:pt modelId="{BF972C85-FBEB-40FC-9E76-5F6B64638BD7}" type="parTrans" cxnId="{D223F271-C4FD-45B1-AD91-9F74EAA1643C}">
      <dgm:prSet/>
      <dgm:spPr/>
      <dgm:t>
        <a:bodyPr/>
        <a:lstStyle/>
        <a:p>
          <a:endParaRPr lang="en-US"/>
        </a:p>
      </dgm:t>
    </dgm:pt>
    <dgm:pt modelId="{647E2141-0346-4864-9A63-91F8A067B301}" type="sibTrans" cxnId="{D223F271-C4FD-45B1-AD91-9F74EAA1643C}">
      <dgm:prSet/>
      <dgm:spPr/>
      <dgm:t>
        <a:bodyPr/>
        <a:lstStyle/>
        <a:p>
          <a:endParaRPr lang="en-US"/>
        </a:p>
      </dgm:t>
    </dgm:pt>
    <dgm:pt modelId="{BE14C0FD-5213-4B7D-923D-ED4E85CF5E50}">
      <dgm:prSet/>
      <dgm:spPr/>
      <dgm:t>
        <a:bodyPr/>
        <a:lstStyle/>
        <a:p>
          <a:pPr>
            <a:defRPr cap="all"/>
          </a:pPr>
          <a:r>
            <a:rPr lang="en-US"/>
            <a:t>GPU: VideoCore VI → VideoCore VII</a:t>
          </a:r>
        </a:p>
      </dgm:t>
    </dgm:pt>
    <dgm:pt modelId="{D03EC9A1-76E1-47BB-AEB4-3A090447F4E4}" type="parTrans" cxnId="{43AEA627-A289-4722-9AEB-C142D199D600}">
      <dgm:prSet/>
      <dgm:spPr/>
      <dgm:t>
        <a:bodyPr/>
        <a:lstStyle/>
        <a:p>
          <a:endParaRPr lang="en-US"/>
        </a:p>
      </dgm:t>
    </dgm:pt>
    <dgm:pt modelId="{3C89C2DA-96E0-42E2-BE60-DDABEFF96C85}" type="sibTrans" cxnId="{43AEA627-A289-4722-9AEB-C142D199D600}">
      <dgm:prSet/>
      <dgm:spPr/>
      <dgm:t>
        <a:bodyPr/>
        <a:lstStyle/>
        <a:p>
          <a:endParaRPr lang="en-US"/>
        </a:p>
      </dgm:t>
    </dgm:pt>
    <dgm:pt modelId="{42823E34-E790-4C81-B002-332D921B76FA}">
      <dgm:prSet/>
      <dgm:spPr/>
      <dgm:t>
        <a:bodyPr/>
        <a:lstStyle/>
        <a:p>
          <a:pPr>
            <a:defRPr cap="all"/>
          </a:pPr>
          <a:r>
            <a:rPr lang="en-US"/>
            <a:t>USB: 2× USB 3.0 → 2× USB 3.0 + PCIe</a:t>
          </a:r>
        </a:p>
      </dgm:t>
    </dgm:pt>
    <dgm:pt modelId="{9DB13C4B-6D9F-440B-A18A-C11278ED84FD}" type="parTrans" cxnId="{E0973EC4-5872-4E39-A41B-D09BE6E2B3DD}">
      <dgm:prSet/>
      <dgm:spPr/>
      <dgm:t>
        <a:bodyPr/>
        <a:lstStyle/>
        <a:p>
          <a:endParaRPr lang="en-US"/>
        </a:p>
      </dgm:t>
    </dgm:pt>
    <dgm:pt modelId="{4067FDD4-FC0A-4873-9B9A-A5EE05335A19}" type="sibTrans" cxnId="{E0973EC4-5872-4E39-A41B-D09BE6E2B3DD}">
      <dgm:prSet/>
      <dgm:spPr/>
      <dgm:t>
        <a:bodyPr/>
        <a:lstStyle/>
        <a:p>
          <a:endParaRPr lang="en-US"/>
        </a:p>
      </dgm:t>
    </dgm:pt>
    <dgm:pt modelId="{51F344A3-AA15-4D45-B2D8-48493B98D011}">
      <dgm:prSet/>
      <dgm:spPr/>
      <dgm:t>
        <a:bodyPr/>
        <a:lstStyle/>
        <a:p>
          <a:pPr>
            <a:defRPr cap="all"/>
          </a:pPr>
          <a:r>
            <a:rPr lang="en-US"/>
            <a:t>Power: 5V/3A → 5V/5A</a:t>
          </a:r>
        </a:p>
      </dgm:t>
    </dgm:pt>
    <dgm:pt modelId="{03706269-E59E-4F72-82F4-F0CDCE5A22B2}" type="parTrans" cxnId="{D21935BC-EA48-44DE-B6B1-D576BA31923B}">
      <dgm:prSet/>
      <dgm:spPr/>
      <dgm:t>
        <a:bodyPr/>
        <a:lstStyle/>
        <a:p>
          <a:endParaRPr lang="en-US"/>
        </a:p>
      </dgm:t>
    </dgm:pt>
    <dgm:pt modelId="{A81AA3AE-935C-4079-AACC-91487B909914}" type="sibTrans" cxnId="{D21935BC-EA48-44DE-B6B1-D576BA31923B}">
      <dgm:prSet/>
      <dgm:spPr/>
      <dgm:t>
        <a:bodyPr/>
        <a:lstStyle/>
        <a:p>
          <a:endParaRPr lang="en-US"/>
        </a:p>
      </dgm:t>
    </dgm:pt>
    <dgm:pt modelId="{FB4A20F5-70E5-4F64-9377-5D47770C46FA}" type="pres">
      <dgm:prSet presAssocID="{1366B053-0F16-4D2E-BF13-1E71CD393327}" presName="root" presStyleCnt="0">
        <dgm:presLayoutVars>
          <dgm:dir/>
          <dgm:resizeHandles val="exact"/>
        </dgm:presLayoutVars>
      </dgm:prSet>
      <dgm:spPr/>
    </dgm:pt>
    <dgm:pt modelId="{4BDB0BAB-76AF-4A56-AD7B-13F4A5ED5ECC}" type="pres">
      <dgm:prSet presAssocID="{EC4B73D4-1890-4D77-A5E1-CE0FDD6B50A5}" presName="compNode" presStyleCnt="0"/>
      <dgm:spPr/>
    </dgm:pt>
    <dgm:pt modelId="{66E4BF8F-E956-475C-B117-1877ECAEB253}" type="pres">
      <dgm:prSet presAssocID="{EC4B73D4-1890-4D77-A5E1-CE0FDD6B50A5}" presName="iconBgRect" presStyleLbl="bgShp" presStyleIdx="0" presStyleCnt="4"/>
      <dgm:spPr/>
    </dgm:pt>
    <dgm:pt modelId="{2C25D3F3-32E5-4B7E-8A34-C63291E9856A}" type="pres">
      <dgm:prSet presAssocID="{EC4B73D4-1890-4D77-A5E1-CE0FDD6B50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944C672E-81DC-4981-8B7A-3C64DC5214F2}" type="pres">
      <dgm:prSet presAssocID="{EC4B73D4-1890-4D77-A5E1-CE0FDD6B50A5}" presName="spaceRect" presStyleCnt="0"/>
      <dgm:spPr/>
    </dgm:pt>
    <dgm:pt modelId="{A95EA07D-6CF2-4A86-BD0D-E342CE75FA1D}" type="pres">
      <dgm:prSet presAssocID="{EC4B73D4-1890-4D77-A5E1-CE0FDD6B50A5}" presName="textRect" presStyleLbl="revTx" presStyleIdx="0" presStyleCnt="4">
        <dgm:presLayoutVars>
          <dgm:chMax val="1"/>
          <dgm:chPref val="1"/>
        </dgm:presLayoutVars>
      </dgm:prSet>
      <dgm:spPr/>
    </dgm:pt>
    <dgm:pt modelId="{698F8453-E223-47A6-A0AF-294C4EAD20A2}" type="pres">
      <dgm:prSet presAssocID="{647E2141-0346-4864-9A63-91F8A067B301}" presName="sibTrans" presStyleCnt="0"/>
      <dgm:spPr/>
    </dgm:pt>
    <dgm:pt modelId="{B15C8A26-A70B-4253-9606-5BA5D5142FA9}" type="pres">
      <dgm:prSet presAssocID="{BE14C0FD-5213-4B7D-923D-ED4E85CF5E50}" presName="compNode" presStyleCnt="0"/>
      <dgm:spPr/>
    </dgm:pt>
    <dgm:pt modelId="{495F4524-FAD8-4526-ABE9-C31510FBCBFF}" type="pres">
      <dgm:prSet presAssocID="{BE14C0FD-5213-4B7D-923D-ED4E85CF5E50}" presName="iconBgRect" presStyleLbl="bgShp" presStyleIdx="1" presStyleCnt="4"/>
      <dgm:spPr/>
    </dgm:pt>
    <dgm:pt modelId="{4D85A78A-6609-4069-9812-76BA2B5326B3}" type="pres">
      <dgm:prSet presAssocID="{BE14C0FD-5213-4B7D-923D-ED4E85CF5E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F3914E5-A174-4066-94B0-972C599AFDC5}" type="pres">
      <dgm:prSet presAssocID="{BE14C0FD-5213-4B7D-923D-ED4E85CF5E50}" presName="spaceRect" presStyleCnt="0"/>
      <dgm:spPr/>
    </dgm:pt>
    <dgm:pt modelId="{E7066987-1D5A-4041-89D8-8CFDF4202143}" type="pres">
      <dgm:prSet presAssocID="{BE14C0FD-5213-4B7D-923D-ED4E85CF5E50}" presName="textRect" presStyleLbl="revTx" presStyleIdx="1" presStyleCnt="4">
        <dgm:presLayoutVars>
          <dgm:chMax val="1"/>
          <dgm:chPref val="1"/>
        </dgm:presLayoutVars>
      </dgm:prSet>
      <dgm:spPr/>
    </dgm:pt>
    <dgm:pt modelId="{6323CA8D-3E3B-4ABF-A3CA-8A6A88AB9526}" type="pres">
      <dgm:prSet presAssocID="{3C89C2DA-96E0-42E2-BE60-DDABEFF96C85}" presName="sibTrans" presStyleCnt="0"/>
      <dgm:spPr/>
    </dgm:pt>
    <dgm:pt modelId="{1DD96F56-B02A-488C-9FAD-F3E9B38D866A}" type="pres">
      <dgm:prSet presAssocID="{42823E34-E790-4C81-B002-332D921B76FA}" presName="compNode" presStyleCnt="0"/>
      <dgm:spPr/>
    </dgm:pt>
    <dgm:pt modelId="{96DDD0BC-1327-49B8-8BD5-1C7227EA7B99}" type="pres">
      <dgm:prSet presAssocID="{42823E34-E790-4C81-B002-332D921B76FA}" presName="iconBgRect" presStyleLbl="bgShp" presStyleIdx="2" presStyleCnt="4"/>
      <dgm:spPr/>
    </dgm:pt>
    <dgm:pt modelId="{CABC642D-E14D-43BB-AEF7-DF142F13AED7}" type="pres">
      <dgm:prSet presAssocID="{42823E34-E790-4C81-B002-332D921B76F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B4F69739-7C4C-4C60-9843-60A38B0DD081}" type="pres">
      <dgm:prSet presAssocID="{42823E34-E790-4C81-B002-332D921B76FA}" presName="spaceRect" presStyleCnt="0"/>
      <dgm:spPr/>
    </dgm:pt>
    <dgm:pt modelId="{5240ED58-56E6-4C48-BFBD-3356D7880106}" type="pres">
      <dgm:prSet presAssocID="{42823E34-E790-4C81-B002-332D921B76FA}" presName="textRect" presStyleLbl="revTx" presStyleIdx="2" presStyleCnt="4">
        <dgm:presLayoutVars>
          <dgm:chMax val="1"/>
          <dgm:chPref val="1"/>
        </dgm:presLayoutVars>
      </dgm:prSet>
      <dgm:spPr/>
    </dgm:pt>
    <dgm:pt modelId="{7E56B0B0-8B7D-4D8A-8CE3-34253CB107C3}" type="pres">
      <dgm:prSet presAssocID="{4067FDD4-FC0A-4873-9B9A-A5EE05335A19}" presName="sibTrans" presStyleCnt="0"/>
      <dgm:spPr/>
    </dgm:pt>
    <dgm:pt modelId="{F0B1E9DE-D76E-43F8-8A0D-84BE328A4482}" type="pres">
      <dgm:prSet presAssocID="{51F344A3-AA15-4D45-B2D8-48493B98D011}" presName="compNode" presStyleCnt="0"/>
      <dgm:spPr/>
    </dgm:pt>
    <dgm:pt modelId="{14EA5C2A-6D00-4A12-ADE1-9B41BD37E2AB}" type="pres">
      <dgm:prSet presAssocID="{51F344A3-AA15-4D45-B2D8-48493B98D011}" presName="iconBgRect" presStyleLbl="bgShp" presStyleIdx="3" presStyleCnt="4"/>
      <dgm:spPr/>
    </dgm:pt>
    <dgm:pt modelId="{13F6714C-7BCB-46D8-8620-AC120EE0217C}" type="pres">
      <dgm:prSet presAssocID="{51F344A3-AA15-4D45-B2D8-48493B98D01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5CA6D180-0980-4B53-8550-1467C26BAA3E}" type="pres">
      <dgm:prSet presAssocID="{51F344A3-AA15-4D45-B2D8-48493B98D011}" presName="spaceRect" presStyleCnt="0"/>
      <dgm:spPr/>
    </dgm:pt>
    <dgm:pt modelId="{16535FB2-51FF-4C27-B031-BC997B887D68}" type="pres">
      <dgm:prSet presAssocID="{51F344A3-AA15-4D45-B2D8-48493B98D01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223513-DADB-49EE-B322-288D5913E654}" type="presOf" srcId="{1366B053-0F16-4D2E-BF13-1E71CD393327}" destId="{FB4A20F5-70E5-4F64-9377-5D47770C46FA}" srcOrd="0" destOrd="0" presId="urn:microsoft.com/office/officeart/2018/5/layout/IconCircleLabelList"/>
    <dgm:cxn modelId="{43AEA627-A289-4722-9AEB-C142D199D600}" srcId="{1366B053-0F16-4D2E-BF13-1E71CD393327}" destId="{BE14C0FD-5213-4B7D-923D-ED4E85CF5E50}" srcOrd="1" destOrd="0" parTransId="{D03EC9A1-76E1-47BB-AEB4-3A090447F4E4}" sibTransId="{3C89C2DA-96E0-42E2-BE60-DDABEFF96C85}"/>
    <dgm:cxn modelId="{A09CF133-C1F3-44CA-9931-72FD9201B6C6}" type="presOf" srcId="{42823E34-E790-4C81-B002-332D921B76FA}" destId="{5240ED58-56E6-4C48-BFBD-3356D7880106}" srcOrd="0" destOrd="0" presId="urn:microsoft.com/office/officeart/2018/5/layout/IconCircleLabelList"/>
    <dgm:cxn modelId="{D223F271-C4FD-45B1-AD91-9F74EAA1643C}" srcId="{1366B053-0F16-4D2E-BF13-1E71CD393327}" destId="{EC4B73D4-1890-4D77-A5E1-CE0FDD6B50A5}" srcOrd="0" destOrd="0" parTransId="{BF972C85-FBEB-40FC-9E76-5F6B64638BD7}" sibTransId="{647E2141-0346-4864-9A63-91F8A067B301}"/>
    <dgm:cxn modelId="{9B3BBCB7-93C1-4357-8C4E-7E66E7BD3EDC}" type="presOf" srcId="{BE14C0FD-5213-4B7D-923D-ED4E85CF5E50}" destId="{E7066987-1D5A-4041-89D8-8CFDF4202143}" srcOrd="0" destOrd="0" presId="urn:microsoft.com/office/officeart/2018/5/layout/IconCircleLabelList"/>
    <dgm:cxn modelId="{D21935BC-EA48-44DE-B6B1-D576BA31923B}" srcId="{1366B053-0F16-4D2E-BF13-1E71CD393327}" destId="{51F344A3-AA15-4D45-B2D8-48493B98D011}" srcOrd="3" destOrd="0" parTransId="{03706269-E59E-4F72-82F4-F0CDCE5A22B2}" sibTransId="{A81AA3AE-935C-4079-AACC-91487B909914}"/>
    <dgm:cxn modelId="{E0973EC4-5872-4E39-A41B-D09BE6E2B3DD}" srcId="{1366B053-0F16-4D2E-BF13-1E71CD393327}" destId="{42823E34-E790-4C81-B002-332D921B76FA}" srcOrd="2" destOrd="0" parTransId="{9DB13C4B-6D9F-440B-A18A-C11278ED84FD}" sibTransId="{4067FDD4-FC0A-4873-9B9A-A5EE05335A19}"/>
    <dgm:cxn modelId="{61A333C8-1997-406F-82EF-8A75FE24C488}" type="presOf" srcId="{51F344A3-AA15-4D45-B2D8-48493B98D011}" destId="{16535FB2-51FF-4C27-B031-BC997B887D68}" srcOrd="0" destOrd="0" presId="urn:microsoft.com/office/officeart/2018/5/layout/IconCircleLabelList"/>
    <dgm:cxn modelId="{DCCCE1DB-C40E-4482-A508-7C62B92EE3E9}" type="presOf" srcId="{EC4B73D4-1890-4D77-A5E1-CE0FDD6B50A5}" destId="{A95EA07D-6CF2-4A86-BD0D-E342CE75FA1D}" srcOrd="0" destOrd="0" presId="urn:microsoft.com/office/officeart/2018/5/layout/IconCircleLabelList"/>
    <dgm:cxn modelId="{8BBE1C79-DED3-47E6-85DB-958C05D6673D}" type="presParOf" srcId="{FB4A20F5-70E5-4F64-9377-5D47770C46FA}" destId="{4BDB0BAB-76AF-4A56-AD7B-13F4A5ED5ECC}" srcOrd="0" destOrd="0" presId="urn:microsoft.com/office/officeart/2018/5/layout/IconCircleLabelList"/>
    <dgm:cxn modelId="{C92C979E-404E-416B-80CB-35618905C6F9}" type="presParOf" srcId="{4BDB0BAB-76AF-4A56-AD7B-13F4A5ED5ECC}" destId="{66E4BF8F-E956-475C-B117-1877ECAEB253}" srcOrd="0" destOrd="0" presId="urn:microsoft.com/office/officeart/2018/5/layout/IconCircleLabelList"/>
    <dgm:cxn modelId="{1060A529-D3AD-4544-B014-7D2D0B82C2DA}" type="presParOf" srcId="{4BDB0BAB-76AF-4A56-AD7B-13F4A5ED5ECC}" destId="{2C25D3F3-32E5-4B7E-8A34-C63291E9856A}" srcOrd="1" destOrd="0" presId="urn:microsoft.com/office/officeart/2018/5/layout/IconCircleLabelList"/>
    <dgm:cxn modelId="{FE0875F6-9564-4882-AD7C-654DCF3896FF}" type="presParOf" srcId="{4BDB0BAB-76AF-4A56-AD7B-13F4A5ED5ECC}" destId="{944C672E-81DC-4981-8B7A-3C64DC5214F2}" srcOrd="2" destOrd="0" presId="urn:microsoft.com/office/officeart/2018/5/layout/IconCircleLabelList"/>
    <dgm:cxn modelId="{B7407C6A-0405-49D7-A1FE-6C82DC95B121}" type="presParOf" srcId="{4BDB0BAB-76AF-4A56-AD7B-13F4A5ED5ECC}" destId="{A95EA07D-6CF2-4A86-BD0D-E342CE75FA1D}" srcOrd="3" destOrd="0" presId="urn:microsoft.com/office/officeart/2018/5/layout/IconCircleLabelList"/>
    <dgm:cxn modelId="{22586120-F8EC-4543-B1D4-3632D08D2E96}" type="presParOf" srcId="{FB4A20F5-70E5-4F64-9377-5D47770C46FA}" destId="{698F8453-E223-47A6-A0AF-294C4EAD20A2}" srcOrd="1" destOrd="0" presId="urn:microsoft.com/office/officeart/2018/5/layout/IconCircleLabelList"/>
    <dgm:cxn modelId="{8A99A44D-4593-404A-9F8A-C7CB0B04E528}" type="presParOf" srcId="{FB4A20F5-70E5-4F64-9377-5D47770C46FA}" destId="{B15C8A26-A70B-4253-9606-5BA5D5142FA9}" srcOrd="2" destOrd="0" presId="urn:microsoft.com/office/officeart/2018/5/layout/IconCircleLabelList"/>
    <dgm:cxn modelId="{713D9624-EF97-40F2-A618-2262BC7D8D4B}" type="presParOf" srcId="{B15C8A26-A70B-4253-9606-5BA5D5142FA9}" destId="{495F4524-FAD8-4526-ABE9-C31510FBCBFF}" srcOrd="0" destOrd="0" presId="urn:microsoft.com/office/officeart/2018/5/layout/IconCircleLabelList"/>
    <dgm:cxn modelId="{60C9B267-7A7D-46C9-AEBD-CDAFC6CAF1F0}" type="presParOf" srcId="{B15C8A26-A70B-4253-9606-5BA5D5142FA9}" destId="{4D85A78A-6609-4069-9812-76BA2B5326B3}" srcOrd="1" destOrd="0" presId="urn:microsoft.com/office/officeart/2018/5/layout/IconCircleLabelList"/>
    <dgm:cxn modelId="{828FA6D6-3E1A-40CE-8A14-5B488DFCB77D}" type="presParOf" srcId="{B15C8A26-A70B-4253-9606-5BA5D5142FA9}" destId="{8F3914E5-A174-4066-94B0-972C599AFDC5}" srcOrd="2" destOrd="0" presId="urn:microsoft.com/office/officeart/2018/5/layout/IconCircleLabelList"/>
    <dgm:cxn modelId="{E856E6AB-AE44-440F-ACF2-81FF41DE6F0A}" type="presParOf" srcId="{B15C8A26-A70B-4253-9606-5BA5D5142FA9}" destId="{E7066987-1D5A-4041-89D8-8CFDF4202143}" srcOrd="3" destOrd="0" presId="urn:microsoft.com/office/officeart/2018/5/layout/IconCircleLabelList"/>
    <dgm:cxn modelId="{2F74B4D3-357C-423A-A423-FBCBE71CC3B3}" type="presParOf" srcId="{FB4A20F5-70E5-4F64-9377-5D47770C46FA}" destId="{6323CA8D-3E3B-4ABF-A3CA-8A6A88AB9526}" srcOrd="3" destOrd="0" presId="urn:microsoft.com/office/officeart/2018/5/layout/IconCircleLabelList"/>
    <dgm:cxn modelId="{CC7D3E46-A847-4FAA-93C8-670618A729FC}" type="presParOf" srcId="{FB4A20F5-70E5-4F64-9377-5D47770C46FA}" destId="{1DD96F56-B02A-488C-9FAD-F3E9B38D866A}" srcOrd="4" destOrd="0" presId="urn:microsoft.com/office/officeart/2018/5/layout/IconCircleLabelList"/>
    <dgm:cxn modelId="{5161A531-6C9A-44BD-BBBE-3B657BF8215E}" type="presParOf" srcId="{1DD96F56-B02A-488C-9FAD-F3E9B38D866A}" destId="{96DDD0BC-1327-49B8-8BD5-1C7227EA7B99}" srcOrd="0" destOrd="0" presId="urn:microsoft.com/office/officeart/2018/5/layout/IconCircleLabelList"/>
    <dgm:cxn modelId="{37B01864-6797-4DED-BBC1-F313A82F3E38}" type="presParOf" srcId="{1DD96F56-B02A-488C-9FAD-F3E9B38D866A}" destId="{CABC642D-E14D-43BB-AEF7-DF142F13AED7}" srcOrd="1" destOrd="0" presId="urn:microsoft.com/office/officeart/2018/5/layout/IconCircleLabelList"/>
    <dgm:cxn modelId="{580958FF-E39E-4278-A41B-D0EC9F98DDCD}" type="presParOf" srcId="{1DD96F56-B02A-488C-9FAD-F3E9B38D866A}" destId="{B4F69739-7C4C-4C60-9843-60A38B0DD081}" srcOrd="2" destOrd="0" presId="urn:microsoft.com/office/officeart/2018/5/layout/IconCircleLabelList"/>
    <dgm:cxn modelId="{94DAE9D0-763B-43D5-BE04-33E377F77915}" type="presParOf" srcId="{1DD96F56-B02A-488C-9FAD-F3E9B38D866A}" destId="{5240ED58-56E6-4C48-BFBD-3356D7880106}" srcOrd="3" destOrd="0" presId="urn:microsoft.com/office/officeart/2018/5/layout/IconCircleLabelList"/>
    <dgm:cxn modelId="{144963A0-5AA4-4379-9B70-DB30BD1263F6}" type="presParOf" srcId="{FB4A20F5-70E5-4F64-9377-5D47770C46FA}" destId="{7E56B0B0-8B7D-4D8A-8CE3-34253CB107C3}" srcOrd="5" destOrd="0" presId="urn:microsoft.com/office/officeart/2018/5/layout/IconCircleLabelList"/>
    <dgm:cxn modelId="{8ABC5029-AAC4-4E6E-8062-38B752A402E7}" type="presParOf" srcId="{FB4A20F5-70E5-4F64-9377-5D47770C46FA}" destId="{F0B1E9DE-D76E-43F8-8A0D-84BE328A4482}" srcOrd="6" destOrd="0" presId="urn:microsoft.com/office/officeart/2018/5/layout/IconCircleLabelList"/>
    <dgm:cxn modelId="{2A26E76E-C65F-4B81-9822-DB1769A730EB}" type="presParOf" srcId="{F0B1E9DE-D76E-43F8-8A0D-84BE328A4482}" destId="{14EA5C2A-6D00-4A12-ADE1-9B41BD37E2AB}" srcOrd="0" destOrd="0" presId="urn:microsoft.com/office/officeart/2018/5/layout/IconCircleLabelList"/>
    <dgm:cxn modelId="{AC96DDE4-009C-4360-861C-BD6883C2CB96}" type="presParOf" srcId="{F0B1E9DE-D76E-43F8-8A0D-84BE328A4482}" destId="{13F6714C-7BCB-46D8-8620-AC120EE0217C}" srcOrd="1" destOrd="0" presId="urn:microsoft.com/office/officeart/2018/5/layout/IconCircleLabelList"/>
    <dgm:cxn modelId="{7F5DB488-F000-47BB-9D7D-2EDDD14812A2}" type="presParOf" srcId="{F0B1E9DE-D76E-43F8-8A0D-84BE328A4482}" destId="{5CA6D180-0980-4B53-8550-1467C26BAA3E}" srcOrd="2" destOrd="0" presId="urn:microsoft.com/office/officeart/2018/5/layout/IconCircleLabelList"/>
    <dgm:cxn modelId="{B985022C-689C-46FC-88A1-2BBDE2227C20}" type="presParOf" srcId="{F0B1E9DE-D76E-43F8-8A0D-84BE328A4482}" destId="{16535FB2-51FF-4C27-B031-BC997B887D6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86473E6-0024-4506-8E16-A37B9D5A2A1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1B5A55E-6173-4EDA-960B-65688F187D3E}">
      <dgm:prSet/>
      <dgm:spPr/>
      <dgm:t>
        <a:bodyPr/>
        <a:lstStyle/>
        <a:p>
          <a:r>
            <a:rPr lang="en-US"/>
            <a:t>✅ Faster performance</a:t>
          </a:r>
        </a:p>
      </dgm:t>
    </dgm:pt>
    <dgm:pt modelId="{78573D3E-903B-4E22-94F5-ECCF83EC6F0E}" type="parTrans" cxnId="{8DBFDC43-CB45-42D5-A579-D2BC78B39166}">
      <dgm:prSet/>
      <dgm:spPr/>
      <dgm:t>
        <a:bodyPr/>
        <a:lstStyle/>
        <a:p>
          <a:endParaRPr lang="en-US"/>
        </a:p>
      </dgm:t>
    </dgm:pt>
    <dgm:pt modelId="{62AD6DE8-1267-4E3F-BFBE-2CD85A251953}" type="sibTrans" cxnId="{8DBFDC43-CB45-42D5-A579-D2BC78B39166}">
      <dgm:prSet/>
      <dgm:spPr/>
      <dgm:t>
        <a:bodyPr/>
        <a:lstStyle/>
        <a:p>
          <a:endParaRPr lang="en-US"/>
        </a:p>
      </dgm:t>
    </dgm:pt>
    <dgm:pt modelId="{24BC6195-E880-4800-B7FB-AEB2BA3ECA09}">
      <dgm:prSet/>
      <dgm:spPr/>
      <dgm:t>
        <a:bodyPr/>
        <a:lstStyle/>
        <a:p>
          <a:r>
            <a:rPr lang="en-US"/>
            <a:t>✅ PCIe expandability</a:t>
          </a:r>
        </a:p>
      </dgm:t>
    </dgm:pt>
    <dgm:pt modelId="{5AF150A8-926A-4578-B0D0-92F8C878C128}" type="parTrans" cxnId="{3B638B15-82D0-4744-BABD-B03F85B0C820}">
      <dgm:prSet/>
      <dgm:spPr/>
      <dgm:t>
        <a:bodyPr/>
        <a:lstStyle/>
        <a:p>
          <a:endParaRPr lang="en-US"/>
        </a:p>
      </dgm:t>
    </dgm:pt>
    <dgm:pt modelId="{B1625546-F781-488C-80C3-1BA562F31A00}" type="sibTrans" cxnId="{3B638B15-82D0-4744-BABD-B03F85B0C820}">
      <dgm:prSet/>
      <dgm:spPr/>
      <dgm:t>
        <a:bodyPr/>
        <a:lstStyle/>
        <a:p>
          <a:endParaRPr lang="en-US"/>
        </a:p>
      </dgm:t>
    </dgm:pt>
    <dgm:pt modelId="{1436E55F-E5E5-4844-83D6-2976F653213D}">
      <dgm:prSet/>
      <dgm:spPr/>
      <dgm:t>
        <a:bodyPr/>
        <a:lstStyle/>
        <a:p>
          <a:r>
            <a:rPr lang="en-US"/>
            <a:t>✅ Dual 4K displays</a:t>
          </a:r>
        </a:p>
      </dgm:t>
    </dgm:pt>
    <dgm:pt modelId="{3D868DD9-2F68-47C9-BF32-33A3796CD436}" type="parTrans" cxnId="{5B6254EC-C607-4DF8-8314-0EC1099D9F4C}">
      <dgm:prSet/>
      <dgm:spPr/>
      <dgm:t>
        <a:bodyPr/>
        <a:lstStyle/>
        <a:p>
          <a:endParaRPr lang="en-US"/>
        </a:p>
      </dgm:t>
    </dgm:pt>
    <dgm:pt modelId="{B5E77154-4A8C-4B2A-A2E3-54E99DA934F0}" type="sibTrans" cxnId="{5B6254EC-C607-4DF8-8314-0EC1099D9F4C}">
      <dgm:prSet/>
      <dgm:spPr/>
      <dgm:t>
        <a:bodyPr/>
        <a:lstStyle/>
        <a:p>
          <a:endParaRPr lang="en-US"/>
        </a:p>
      </dgm:t>
    </dgm:pt>
    <dgm:pt modelId="{CD207B23-C87E-462D-A14E-49A4ECB62FDB}">
      <dgm:prSet/>
      <dgm:spPr/>
      <dgm:t>
        <a:bodyPr/>
        <a:lstStyle/>
        <a:p>
          <a:r>
            <a:rPr lang="en-US"/>
            <a:t>⚠️ Higher power requirement</a:t>
          </a:r>
        </a:p>
      </dgm:t>
    </dgm:pt>
    <dgm:pt modelId="{2AB7423A-9BB7-44A3-9035-875C9F4F6E0E}" type="parTrans" cxnId="{2EFFA6A3-4D5C-4C2F-82A8-AE4EE86B497B}">
      <dgm:prSet/>
      <dgm:spPr/>
      <dgm:t>
        <a:bodyPr/>
        <a:lstStyle/>
        <a:p>
          <a:endParaRPr lang="en-US"/>
        </a:p>
      </dgm:t>
    </dgm:pt>
    <dgm:pt modelId="{C376EF74-22F8-4EC6-990F-C01F7EBCAD7B}" type="sibTrans" cxnId="{2EFFA6A3-4D5C-4C2F-82A8-AE4EE86B497B}">
      <dgm:prSet/>
      <dgm:spPr/>
      <dgm:t>
        <a:bodyPr/>
        <a:lstStyle/>
        <a:p>
          <a:endParaRPr lang="en-US"/>
        </a:p>
      </dgm:t>
    </dgm:pt>
    <dgm:pt modelId="{E8E1AE0C-7080-44DA-8DDF-EC7F4F4EE329}">
      <dgm:prSet/>
      <dgm:spPr/>
      <dgm:t>
        <a:bodyPr/>
        <a:lstStyle/>
        <a:p>
          <a:r>
            <a:rPr lang="en-US"/>
            <a:t>⚠️ Needs cooling for heavy use</a:t>
          </a:r>
        </a:p>
      </dgm:t>
    </dgm:pt>
    <dgm:pt modelId="{888875B4-60E1-4911-A014-23809423549C}" type="parTrans" cxnId="{95214130-C395-4405-A918-6AE06123BA00}">
      <dgm:prSet/>
      <dgm:spPr/>
      <dgm:t>
        <a:bodyPr/>
        <a:lstStyle/>
        <a:p>
          <a:endParaRPr lang="en-US"/>
        </a:p>
      </dgm:t>
    </dgm:pt>
    <dgm:pt modelId="{D50D8B59-7760-48E7-AB1E-D5FF622229D5}" type="sibTrans" cxnId="{95214130-C395-4405-A918-6AE06123BA00}">
      <dgm:prSet/>
      <dgm:spPr/>
      <dgm:t>
        <a:bodyPr/>
        <a:lstStyle/>
        <a:p>
          <a:endParaRPr lang="en-US"/>
        </a:p>
      </dgm:t>
    </dgm:pt>
    <dgm:pt modelId="{71511F57-D98A-EE4C-9EDE-2E125EC703D8}" type="pres">
      <dgm:prSet presAssocID="{486473E6-0024-4506-8E16-A37B9D5A2A10}" presName="linear" presStyleCnt="0">
        <dgm:presLayoutVars>
          <dgm:animLvl val="lvl"/>
          <dgm:resizeHandles val="exact"/>
        </dgm:presLayoutVars>
      </dgm:prSet>
      <dgm:spPr/>
    </dgm:pt>
    <dgm:pt modelId="{7FD79065-81A2-9D46-BA93-0D77D334B313}" type="pres">
      <dgm:prSet presAssocID="{21B5A55E-6173-4EDA-960B-65688F187D3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439FD34-3667-374A-8816-8E0E78E5D3FA}" type="pres">
      <dgm:prSet presAssocID="{62AD6DE8-1267-4E3F-BFBE-2CD85A251953}" presName="spacer" presStyleCnt="0"/>
      <dgm:spPr/>
    </dgm:pt>
    <dgm:pt modelId="{215D5E1A-862F-5C4C-A330-7EA4A74581ED}" type="pres">
      <dgm:prSet presAssocID="{24BC6195-E880-4800-B7FB-AEB2BA3ECA0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A7F1341-14CE-3143-B2FB-E5FDD6983073}" type="pres">
      <dgm:prSet presAssocID="{B1625546-F781-488C-80C3-1BA562F31A00}" presName="spacer" presStyleCnt="0"/>
      <dgm:spPr/>
    </dgm:pt>
    <dgm:pt modelId="{85C56A42-0D87-EF49-952E-E16E07893463}" type="pres">
      <dgm:prSet presAssocID="{1436E55F-E5E5-4844-83D6-2976F653213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B820534-A7AB-4549-BB89-D6D8432677D4}" type="pres">
      <dgm:prSet presAssocID="{B5E77154-4A8C-4B2A-A2E3-54E99DA934F0}" presName="spacer" presStyleCnt="0"/>
      <dgm:spPr/>
    </dgm:pt>
    <dgm:pt modelId="{5ACCD0D4-E805-3243-8F4F-F8ACFFF4E016}" type="pres">
      <dgm:prSet presAssocID="{CD207B23-C87E-462D-A14E-49A4ECB62FD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8110C37-85CF-F042-875A-A484B40AFBC5}" type="pres">
      <dgm:prSet presAssocID="{C376EF74-22F8-4EC6-990F-C01F7EBCAD7B}" presName="spacer" presStyleCnt="0"/>
      <dgm:spPr/>
    </dgm:pt>
    <dgm:pt modelId="{A82C66DB-B892-E74F-B857-BE12ACB753AB}" type="pres">
      <dgm:prSet presAssocID="{E8E1AE0C-7080-44DA-8DDF-EC7F4F4EE32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B638B15-82D0-4744-BABD-B03F85B0C820}" srcId="{486473E6-0024-4506-8E16-A37B9D5A2A10}" destId="{24BC6195-E880-4800-B7FB-AEB2BA3ECA09}" srcOrd="1" destOrd="0" parTransId="{5AF150A8-926A-4578-B0D0-92F8C878C128}" sibTransId="{B1625546-F781-488C-80C3-1BA562F31A00}"/>
    <dgm:cxn modelId="{95214130-C395-4405-A918-6AE06123BA00}" srcId="{486473E6-0024-4506-8E16-A37B9D5A2A10}" destId="{E8E1AE0C-7080-44DA-8DDF-EC7F4F4EE329}" srcOrd="4" destOrd="0" parTransId="{888875B4-60E1-4911-A014-23809423549C}" sibTransId="{D50D8B59-7760-48E7-AB1E-D5FF622229D5}"/>
    <dgm:cxn modelId="{17BB833F-4D12-A149-BDFE-200962604394}" type="presOf" srcId="{486473E6-0024-4506-8E16-A37B9D5A2A10}" destId="{71511F57-D98A-EE4C-9EDE-2E125EC703D8}" srcOrd="0" destOrd="0" presId="urn:microsoft.com/office/officeart/2005/8/layout/vList2"/>
    <dgm:cxn modelId="{8DBFDC43-CB45-42D5-A579-D2BC78B39166}" srcId="{486473E6-0024-4506-8E16-A37B9D5A2A10}" destId="{21B5A55E-6173-4EDA-960B-65688F187D3E}" srcOrd="0" destOrd="0" parTransId="{78573D3E-903B-4E22-94F5-ECCF83EC6F0E}" sibTransId="{62AD6DE8-1267-4E3F-BFBE-2CD85A251953}"/>
    <dgm:cxn modelId="{BA261568-44DC-7640-B75A-73389DAD8E25}" type="presOf" srcId="{1436E55F-E5E5-4844-83D6-2976F653213D}" destId="{85C56A42-0D87-EF49-952E-E16E07893463}" srcOrd="0" destOrd="0" presId="urn:microsoft.com/office/officeart/2005/8/layout/vList2"/>
    <dgm:cxn modelId="{08529776-B675-BB40-8224-384DC8F8DA10}" type="presOf" srcId="{24BC6195-E880-4800-B7FB-AEB2BA3ECA09}" destId="{215D5E1A-862F-5C4C-A330-7EA4A74581ED}" srcOrd="0" destOrd="0" presId="urn:microsoft.com/office/officeart/2005/8/layout/vList2"/>
    <dgm:cxn modelId="{EAF19B85-CEA5-8F4F-825C-A0610480098C}" type="presOf" srcId="{E8E1AE0C-7080-44DA-8DDF-EC7F4F4EE329}" destId="{A82C66DB-B892-E74F-B857-BE12ACB753AB}" srcOrd="0" destOrd="0" presId="urn:microsoft.com/office/officeart/2005/8/layout/vList2"/>
    <dgm:cxn modelId="{2EFFA6A3-4D5C-4C2F-82A8-AE4EE86B497B}" srcId="{486473E6-0024-4506-8E16-A37B9D5A2A10}" destId="{CD207B23-C87E-462D-A14E-49A4ECB62FDB}" srcOrd="3" destOrd="0" parTransId="{2AB7423A-9BB7-44A3-9035-875C9F4F6E0E}" sibTransId="{C376EF74-22F8-4EC6-990F-C01F7EBCAD7B}"/>
    <dgm:cxn modelId="{6DA5C1AA-A197-0A43-8C03-17811ED96F7D}" type="presOf" srcId="{CD207B23-C87E-462D-A14E-49A4ECB62FDB}" destId="{5ACCD0D4-E805-3243-8F4F-F8ACFFF4E016}" srcOrd="0" destOrd="0" presId="urn:microsoft.com/office/officeart/2005/8/layout/vList2"/>
    <dgm:cxn modelId="{17B2D1CD-8B20-0D46-93E3-A53D689BC13B}" type="presOf" srcId="{21B5A55E-6173-4EDA-960B-65688F187D3E}" destId="{7FD79065-81A2-9D46-BA93-0D77D334B313}" srcOrd="0" destOrd="0" presId="urn:microsoft.com/office/officeart/2005/8/layout/vList2"/>
    <dgm:cxn modelId="{5B6254EC-C607-4DF8-8314-0EC1099D9F4C}" srcId="{486473E6-0024-4506-8E16-A37B9D5A2A10}" destId="{1436E55F-E5E5-4844-83D6-2976F653213D}" srcOrd="2" destOrd="0" parTransId="{3D868DD9-2F68-47C9-BF32-33A3796CD436}" sibTransId="{B5E77154-4A8C-4B2A-A2E3-54E99DA934F0}"/>
    <dgm:cxn modelId="{1E241DEB-B10D-184B-9C27-092327FCE4B3}" type="presParOf" srcId="{71511F57-D98A-EE4C-9EDE-2E125EC703D8}" destId="{7FD79065-81A2-9D46-BA93-0D77D334B313}" srcOrd="0" destOrd="0" presId="urn:microsoft.com/office/officeart/2005/8/layout/vList2"/>
    <dgm:cxn modelId="{EE132084-25DB-8846-972A-3558A0307A1B}" type="presParOf" srcId="{71511F57-D98A-EE4C-9EDE-2E125EC703D8}" destId="{A439FD34-3667-374A-8816-8E0E78E5D3FA}" srcOrd="1" destOrd="0" presId="urn:microsoft.com/office/officeart/2005/8/layout/vList2"/>
    <dgm:cxn modelId="{B64193CD-6365-2E4B-827F-529C397DF074}" type="presParOf" srcId="{71511F57-D98A-EE4C-9EDE-2E125EC703D8}" destId="{215D5E1A-862F-5C4C-A330-7EA4A74581ED}" srcOrd="2" destOrd="0" presId="urn:microsoft.com/office/officeart/2005/8/layout/vList2"/>
    <dgm:cxn modelId="{10797865-ED3F-E04A-AED4-AE3A1A42065B}" type="presParOf" srcId="{71511F57-D98A-EE4C-9EDE-2E125EC703D8}" destId="{FA7F1341-14CE-3143-B2FB-E5FDD6983073}" srcOrd="3" destOrd="0" presId="urn:microsoft.com/office/officeart/2005/8/layout/vList2"/>
    <dgm:cxn modelId="{1297F409-FF8B-9843-834C-76A1EF5B21BD}" type="presParOf" srcId="{71511F57-D98A-EE4C-9EDE-2E125EC703D8}" destId="{85C56A42-0D87-EF49-952E-E16E07893463}" srcOrd="4" destOrd="0" presId="urn:microsoft.com/office/officeart/2005/8/layout/vList2"/>
    <dgm:cxn modelId="{60BA7A21-6570-B645-B327-6F6AA6DEB21D}" type="presParOf" srcId="{71511F57-D98A-EE4C-9EDE-2E125EC703D8}" destId="{1B820534-A7AB-4549-BB89-D6D8432677D4}" srcOrd="5" destOrd="0" presId="urn:microsoft.com/office/officeart/2005/8/layout/vList2"/>
    <dgm:cxn modelId="{64DA7456-F94F-FE46-94DE-EE282512527C}" type="presParOf" srcId="{71511F57-D98A-EE4C-9EDE-2E125EC703D8}" destId="{5ACCD0D4-E805-3243-8F4F-F8ACFFF4E016}" srcOrd="6" destOrd="0" presId="urn:microsoft.com/office/officeart/2005/8/layout/vList2"/>
    <dgm:cxn modelId="{99DC480E-B6C5-D34C-9279-139EBFF3FC76}" type="presParOf" srcId="{71511F57-D98A-EE4C-9EDE-2E125EC703D8}" destId="{08110C37-85CF-F042-875A-A484B40AFBC5}" srcOrd="7" destOrd="0" presId="urn:microsoft.com/office/officeart/2005/8/layout/vList2"/>
    <dgm:cxn modelId="{3F886CB3-F60E-E742-84CC-6BA151B58C4C}" type="presParOf" srcId="{71511F57-D98A-EE4C-9EDE-2E125EC703D8}" destId="{A82C66DB-B892-E74F-B857-BE12ACB753A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909BC95-F057-4F69-A2B4-578DDF1C403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367EA2-57BA-4174-90A6-0EC5664C3A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Raspberry Pi 5 is the most powerful Pi yet</a:t>
          </a:r>
        </a:p>
      </dgm:t>
    </dgm:pt>
    <dgm:pt modelId="{D64A7E2D-C8B9-4F13-B559-E5E7D2093DB8}" type="parTrans" cxnId="{762F49DA-5F7F-4516-B47A-A35CF19E3760}">
      <dgm:prSet/>
      <dgm:spPr/>
      <dgm:t>
        <a:bodyPr/>
        <a:lstStyle/>
        <a:p>
          <a:endParaRPr lang="en-US"/>
        </a:p>
      </dgm:t>
    </dgm:pt>
    <dgm:pt modelId="{38C9C7E6-AF13-47E1-97B3-268001792AE7}" type="sibTrans" cxnId="{762F49DA-5F7F-4516-B47A-A35CF19E3760}">
      <dgm:prSet/>
      <dgm:spPr/>
      <dgm:t>
        <a:bodyPr/>
        <a:lstStyle/>
        <a:p>
          <a:endParaRPr lang="en-US"/>
        </a:p>
      </dgm:t>
    </dgm:pt>
    <dgm:pt modelId="{F56EBC78-764B-4656-A6E0-8D2F40F224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Brings desktop-class computing in small form factor</a:t>
          </a:r>
        </a:p>
      </dgm:t>
    </dgm:pt>
    <dgm:pt modelId="{46D3D99B-4EF7-457E-A982-04E224B24AEC}" type="parTrans" cxnId="{E3BEF3A3-66FA-427B-83B4-9B469F42801C}">
      <dgm:prSet/>
      <dgm:spPr/>
      <dgm:t>
        <a:bodyPr/>
        <a:lstStyle/>
        <a:p>
          <a:endParaRPr lang="en-US"/>
        </a:p>
      </dgm:t>
    </dgm:pt>
    <dgm:pt modelId="{087FD2C4-AA12-44C7-9E46-CDBB664E8365}" type="sibTrans" cxnId="{E3BEF3A3-66FA-427B-83B4-9B469F42801C}">
      <dgm:prSet/>
      <dgm:spPr/>
      <dgm:t>
        <a:bodyPr/>
        <a:lstStyle/>
        <a:p>
          <a:endParaRPr lang="en-US"/>
        </a:p>
      </dgm:t>
    </dgm:pt>
    <dgm:pt modelId="{9B26ACB2-947C-4B7D-81D9-502E533D59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Ideal for students, makers, and developers</a:t>
          </a:r>
        </a:p>
      </dgm:t>
    </dgm:pt>
    <dgm:pt modelId="{EEC98318-54F1-4A7A-B053-91F6655F2D3D}" type="parTrans" cxnId="{9BD9464D-B6D8-42B3-8100-C955CD361806}">
      <dgm:prSet/>
      <dgm:spPr/>
      <dgm:t>
        <a:bodyPr/>
        <a:lstStyle/>
        <a:p>
          <a:endParaRPr lang="en-US"/>
        </a:p>
      </dgm:t>
    </dgm:pt>
    <dgm:pt modelId="{8730E297-D962-4A0A-9FDC-4FD9E3301C37}" type="sibTrans" cxnId="{9BD9464D-B6D8-42B3-8100-C955CD361806}">
      <dgm:prSet/>
      <dgm:spPr/>
      <dgm:t>
        <a:bodyPr/>
        <a:lstStyle/>
        <a:p>
          <a:endParaRPr lang="en-US"/>
        </a:p>
      </dgm:t>
    </dgm:pt>
    <dgm:pt modelId="{36247882-E54A-4AFF-AB2D-BF79FE14EDA8}" type="pres">
      <dgm:prSet presAssocID="{4909BC95-F057-4F69-A2B4-578DDF1C4030}" presName="root" presStyleCnt="0">
        <dgm:presLayoutVars>
          <dgm:dir/>
          <dgm:resizeHandles val="exact"/>
        </dgm:presLayoutVars>
      </dgm:prSet>
      <dgm:spPr/>
    </dgm:pt>
    <dgm:pt modelId="{1552F0D6-47AB-4500-87D0-98DF0FACBD64}" type="pres">
      <dgm:prSet presAssocID="{77367EA2-57BA-4174-90A6-0EC5664C3AD9}" presName="compNode" presStyleCnt="0"/>
      <dgm:spPr/>
    </dgm:pt>
    <dgm:pt modelId="{DA92B775-D27C-4E5E-AD40-C0F93B00A29E}" type="pres">
      <dgm:prSet presAssocID="{77367EA2-57BA-4174-90A6-0EC5664C3AD9}" presName="bgRect" presStyleLbl="bgShp" presStyleIdx="0" presStyleCnt="3"/>
      <dgm:spPr/>
    </dgm:pt>
    <dgm:pt modelId="{14DFD421-FE58-4D63-9C96-ED22F881AC57}" type="pres">
      <dgm:prSet presAssocID="{77367EA2-57BA-4174-90A6-0EC5664C3A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nut"/>
        </a:ext>
      </dgm:extLst>
    </dgm:pt>
    <dgm:pt modelId="{80235006-4070-4AFF-BF9C-26EEF237D3A8}" type="pres">
      <dgm:prSet presAssocID="{77367EA2-57BA-4174-90A6-0EC5664C3AD9}" presName="spaceRect" presStyleCnt="0"/>
      <dgm:spPr/>
    </dgm:pt>
    <dgm:pt modelId="{23B34756-8EC0-4284-ADEC-D7DED8696D13}" type="pres">
      <dgm:prSet presAssocID="{77367EA2-57BA-4174-90A6-0EC5664C3AD9}" presName="parTx" presStyleLbl="revTx" presStyleIdx="0" presStyleCnt="3">
        <dgm:presLayoutVars>
          <dgm:chMax val="0"/>
          <dgm:chPref val="0"/>
        </dgm:presLayoutVars>
      </dgm:prSet>
      <dgm:spPr/>
    </dgm:pt>
    <dgm:pt modelId="{1939A16D-E6B6-466D-B761-F7DC55C20B1F}" type="pres">
      <dgm:prSet presAssocID="{38C9C7E6-AF13-47E1-97B3-268001792AE7}" presName="sibTrans" presStyleCnt="0"/>
      <dgm:spPr/>
    </dgm:pt>
    <dgm:pt modelId="{526BCB7A-BFBD-4E7C-B38A-6DF7B95EAD0D}" type="pres">
      <dgm:prSet presAssocID="{F56EBC78-764B-4656-A6E0-8D2F40F22434}" presName="compNode" presStyleCnt="0"/>
      <dgm:spPr/>
    </dgm:pt>
    <dgm:pt modelId="{1A37B8AB-6684-4060-966E-4BE37654933C}" type="pres">
      <dgm:prSet presAssocID="{F56EBC78-764B-4656-A6E0-8D2F40F22434}" presName="bgRect" presStyleLbl="bgShp" presStyleIdx="1" presStyleCnt="3"/>
      <dgm:spPr/>
    </dgm:pt>
    <dgm:pt modelId="{B1B28702-E59E-453F-B8A1-C9B8EAA97194}" type="pres">
      <dgm:prSet presAssocID="{F56EBC78-764B-4656-A6E0-8D2F40F2243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8ABD37A4-2BCA-4FD6-876A-CD83A31B22E6}" type="pres">
      <dgm:prSet presAssocID="{F56EBC78-764B-4656-A6E0-8D2F40F22434}" presName="spaceRect" presStyleCnt="0"/>
      <dgm:spPr/>
    </dgm:pt>
    <dgm:pt modelId="{E9E2078A-C99E-4124-9192-5BCA8BBD3168}" type="pres">
      <dgm:prSet presAssocID="{F56EBC78-764B-4656-A6E0-8D2F40F22434}" presName="parTx" presStyleLbl="revTx" presStyleIdx="1" presStyleCnt="3">
        <dgm:presLayoutVars>
          <dgm:chMax val="0"/>
          <dgm:chPref val="0"/>
        </dgm:presLayoutVars>
      </dgm:prSet>
      <dgm:spPr/>
    </dgm:pt>
    <dgm:pt modelId="{3C39CFF0-4CC7-41C7-8510-4044C1D28444}" type="pres">
      <dgm:prSet presAssocID="{087FD2C4-AA12-44C7-9E46-CDBB664E8365}" presName="sibTrans" presStyleCnt="0"/>
      <dgm:spPr/>
    </dgm:pt>
    <dgm:pt modelId="{0ECE22A9-9F37-4513-8AC6-B0E283FD4F1A}" type="pres">
      <dgm:prSet presAssocID="{9B26ACB2-947C-4B7D-81D9-502E533D5912}" presName="compNode" presStyleCnt="0"/>
      <dgm:spPr/>
    </dgm:pt>
    <dgm:pt modelId="{FE2284F2-BCFB-4A48-AF26-F330529774E6}" type="pres">
      <dgm:prSet presAssocID="{9B26ACB2-947C-4B7D-81D9-502E533D5912}" presName="bgRect" presStyleLbl="bgShp" presStyleIdx="2" presStyleCnt="3"/>
      <dgm:spPr/>
    </dgm:pt>
    <dgm:pt modelId="{D199E16A-AD6B-4B7E-A353-138E23DCDE35}" type="pres">
      <dgm:prSet presAssocID="{9B26ACB2-947C-4B7D-81D9-502E533D59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04E73E75-AF15-4806-9C97-E2DC8CF9A4E3}" type="pres">
      <dgm:prSet presAssocID="{9B26ACB2-947C-4B7D-81D9-502E533D5912}" presName="spaceRect" presStyleCnt="0"/>
      <dgm:spPr/>
    </dgm:pt>
    <dgm:pt modelId="{6EE3CBAA-6F08-4E0D-940A-E44670C84E0B}" type="pres">
      <dgm:prSet presAssocID="{9B26ACB2-947C-4B7D-81D9-502E533D591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C13CB08-A095-4EE9-B75D-17F739B5B4D7}" type="presOf" srcId="{77367EA2-57BA-4174-90A6-0EC5664C3AD9}" destId="{23B34756-8EC0-4284-ADEC-D7DED8696D13}" srcOrd="0" destOrd="0" presId="urn:microsoft.com/office/officeart/2018/2/layout/IconVerticalSolidList"/>
    <dgm:cxn modelId="{9BD9464D-B6D8-42B3-8100-C955CD361806}" srcId="{4909BC95-F057-4F69-A2B4-578DDF1C4030}" destId="{9B26ACB2-947C-4B7D-81D9-502E533D5912}" srcOrd="2" destOrd="0" parTransId="{EEC98318-54F1-4A7A-B053-91F6655F2D3D}" sibTransId="{8730E297-D962-4A0A-9FDC-4FD9E3301C37}"/>
    <dgm:cxn modelId="{D4DD0D5F-62DB-45DE-9B7B-B3223C6EE942}" type="presOf" srcId="{F56EBC78-764B-4656-A6E0-8D2F40F22434}" destId="{E9E2078A-C99E-4124-9192-5BCA8BBD3168}" srcOrd="0" destOrd="0" presId="urn:microsoft.com/office/officeart/2018/2/layout/IconVerticalSolidList"/>
    <dgm:cxn modelId="{E3BEF3A3-66FA-427B-83B4-9B469F42801C}" srcId="{4909BC95-F057-4F69-A2B4-578DDF1C4030}" destId="{F56EBC78-764B-4656-A6E0-8D2F40F22434}" srcOrd="1" destOrd="0" parTransId="{46D3D99B-4EF7-457E-A982-04E224B24AEC}" sibTransId="{087FD2C4-AA12-44C7-9E46-CDBB664E8365}"/>
    <dgm:cxn modelId="{6F276DB2-4BFD-4AEB-BDC1-0939E8B6100E}" type="presOf" srcId="{9B26ACB2-947C-4B7D-81D9-502E533D5912}" destId="{6EE3CBAA-6F08-4E0D-940A-E44670C84E0B}" srcOrd="0" destOrd="0" presId="urn:microsoft.com/office/officeart/2018/2/layout/IconVerticalSolidList"/>
    <dgm:cxn modelId="{762F49DA-5F7F-4516-B47A-A35CF19E3760}" srcId="{4909BC95-F057-4F69-A2B4-578DDF1C4030}" destId="{77367EA2-57BA-4174-90A6-0EC5664C3AD9}" srcOrd="0" destOrd="0" parTransId="{D64A7E2D-C8B9-4F13-B559-E5E7D2093DB8}" sibTransId="{38C9C7E6-AF13-47E1-97B3-268001792AE7}"/>
    <dgm:cxn modelId="{96C5D6F4-2AFA-4C7D-8332-1863436C9F99}" type="presOf" srcId="{4909BC95-F057-4F69-A2B4-578DDF1C4030}" destId="{36247882-E54A-4AFF-AB2D-BF79FE14EDA8}" srcOrd="0" destOrd="0" presId="urn:microsoft.com/office/officeart/2018/2/layout/IconVerticalSolidList"/>
    <dgm:cxn modelId="{B20ED669-8202-47F6-B8F8-E44BD03081B1}" type="presParOf" srcId="{36247882-E54A-4AFF-AB2D-BF79FE14EDA8}" destId="{1552F0D6-47AB-4500-87D0-98DF0FACBD64}" srcOrd="0" destOrd="0" presId="urn:microsoft.com/office/officeart/2018/2/layout/IconVerticalSolidList"/>
    <dgm:cxn modelId="{DFB2C3D7-3440-4539-8823-819AAB4B5E2F}" type="presParOf" srcId="{1552F0D6-47AB-4500-87D0-98DF0FACBD64}" destId="{DA92B775-D27C-4E5E-AD40-C0F93B00A29E}" srcOrd="0" destOrd="0" presId="urn:microsoft.com/office/officeart/2018/2/layout/IconVerticalSolidList"/>
    <dgm:cxn modelId="{FBBFBE96-5855-4AD6-8DD5-8FF009B48C4A}" type="presParOf" srcId="{1552F0D6-47AB-4500-87D0-98DF0FACBD64}" destId="{14DFD421-FE58-4D63-9C96-ED22F881AC57}" srcOrd="1" destOrd="0" presId="urn:microsoft.com/office/officeart/2018/2/layout/IconVerticalSolidList"/>
    <dgm:cxn modelId="{2FD6D319-54B1-4416-995C-CF546C4B0494}" type="presParOf" srcId="{1552F0D6-47AB-4500-87D0-98DF0FACBD64}" destId="{80235006-4070-4AFF-BF9C-26EEF237D3A8}" srcOrd="2" destOrd="0" presId="urn:microsoft.com/office/officeart/2018/2/layout/IconVerticalSolidList"/>
    <dgm:cxn modelId="{C6AAF1CF-B9E0-4DE7-8764-640EFBFB572A}" type="presParOf" srcId="{1552F0D6-47AB-4500-87D0-98DF0FACBD64}" destId="{23B34756-8EC0-4284-ADEC-D7DED8696D13}" srcOrd="3" destOrd="0" presId="urn:microsoft.com/office/officeart/2018/2/layout/IconVerticalSolidList"/>
    <dgm:cxn modelId="{BD9C570F-E4C4-495B-BAA7-B9BCF06B5B45}" type="presParOf" srcId="{36247882-E54A-4AFF-AB2D-BF79FE14EDA8}" destId="{1939A16D-E6B6-466D-B761-F7DC55C20B1F}" srcOrd="1" destOrd="0" presId="urn:microsoft.com/office/officeart/2018/2/layout/IconVerticalSolidList"/>
    <dgm:cxn modelId="{D886B163-E31D-45E2-8510-F676AAB76407}" type="presParOf" srcId="{36247882-E54A-4AFF-AB2D-BF79FE14EDA8}" destId="{526BCB7A-BFBD-4E7C-B38A-6DF7B95EAD0D}" srcOrd="2" destOrd="0" presId="urn:microsoft.com/office/officeart/2018/2/layout/IconVerticalSolidList"/>
    <dgm:cxn modelId="{44055C66-D571-4EE3-9562-1A30EB8CF2A6}" type="presParOf" srcId="{526BCB7A-BFBD-4E7C-B38A-6DF7B95EAD0D}" destId="{1A37B8AB-6684-4060-966E-4BE37654933C}" srcOrd="0" destOrd="0" presId="urn:microsoft.com/office/officeart/2018/2/layout/IconVerticalSolidList"/>
    <dgm:cxn modelId="{29C4FFC1-0ED9-482D-AE6B-157A5DE25BD8}" type="presParOf" srcId="{526BCB7A-BFBD-4E7C-B38A-6DF7B95EAD0D}" destId="{B1B28702-E59E-453F-B8A1-C9B8EAA97194}" srcOrd="1" destOrd="0" presId="urn:microsoft.com/office/officeart/2018/2/layout/IconVerticalSolidList"/>
    <dgm:cxn modelId="{ACE41A4C-D6B3-49F2-BE23-5541D67708D3}" type="presParOf" srcId="{526BCB7A-BFBD-4E7C-B38A-6DF7B95EAD0D}" destId="{8ABD37A4-2BCA-4FD6-876A-CD83A31B22E6}" srcOrd="2" destOrd="0" presId="urn:microsoft.com/office/officeart/2018/2/layout/IconVerticalSolidList"/>
    <dgm:cxn modelId="{9C18A945-E69D-43BD-A58A-0ABFA71CC428}" type="presParOf" srcId="{526BCB7A-BFBD-4E7C-B38A-6DF7B95EAD0D}" destId="{E9E2078A-C99E-4124-9192-5BCA8BBD3168}" srcOrd="3" destOrd="0" presId="urn:microsoft.com/office/officeart/2018/2/layout/IconVerticalSolidList"/>
    <dgm:cxn modelId="{34497F5A-A904-4616-AD8C-D97FCA7BB5BE}" type="presParOf" srcId="{36247882-E54A-4AFF-AB2D-BF79FE14EDA8}" destId="{3C39CFF0-4CC7-41C7-8510-4044C1D28444}" srcOrd="3" destOrd="0" presId="urn:microsoft.com/office/officeart/2018/2/layout/IconVerticalSolidList"/>
    <dgm:cxn modelId="{2EC5B93E-3529-4403-82E7-6628CEADB3C9}" type="presParOf" srcId="{36247882-E54A-4AFF-AB2D-BF79FE14EDA8}" destId="{0ECE22A9-9F37-4513-8AC6-B0E283FD4F1A}" srcOrd="4" destOrd="0" presId="urn:microsoft.com/office/officeart/2018/2/layout/IconVerticalSolidList"/>
    <dgm:cxn modelId="{CB5A038C-7F3E-48C0-9BD6-C08FE99011B0}" type="presParOf" srcId="{0ECE22A9-9F37-4513-8AC6-B0E283FD4F1A}" destId="{FE2284F2-BCFB-4A48-AF26-F330529774E6}" srcOrd="0" destOrd="0" presId="urn:microsoft.com/office/officeart/2018/2/layout/IconVerticalSolidList"/>
    <dgm:cxn modelId="{14676CB1-0CF5-4AC4-9B47-FE046D68D07E}" type="presParOf" srcId="{0ECE22A9-9F37-4513-8AC6-B0E283FD4F1A}" destId="{D199E16A-AD6B-4B7E-A353-138E23DCDE35}" srcOrd="1" destOrd="0" presId="urn:microsoft.com/office/officeart/2018/2/layout/IconVerticalSolidList"/>
    <dgm:cxn modelId="{7E2D7529-91BC-4A39-A5E3-83433A9D2EF4}" type="presParOf" srcId="{0ECE22A9-9F37-4513-8AC6-B0E283FD4F1A}" destId="{04E73E75-AF15-4806-9C97-E2DC8CF9A4E3}" srcOrd="2" destOrd="0" presId="urn:microsoft.com/office/officeart/2018/2/layout/IconVerticalSolidList"/>
    <dgm:cxn modelId="{1D0D40AC-B560-4D58-A66E-99BA31C1D3AB}" type="presParOf" srcId="{0ECE22A9-9F37-4513-8AC6-B0E283FD4F1A}" destId="{6EE3CBAA-6F08-4E0D-940A-E44670C84E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33274-6010-FE4E-B215-6F1FE7C31EA6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D3083-20B8-DF43-959C-DC489FEC65FD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Single-board computer created by Raspberry Pi Foundation (UK)</a:t>
          </a:r>
        </a:p>
      </dsp:txBody>
      <dsp:txXfrm>
        <a:off x="0" y="0"/>
        <a:ext cx="8229600" cy="1131490"/>
      </dsp:txXfrm>
    </dsp:sp>
    <dsp:sp modelId="{92FCB250-E29E-B94A-9834-E4298DE8162A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EB9B8-E73E-8B4D-8A8B-87855AA78235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First launched in 2012, with millions sold worldwide</a:t>
          </a:r>
        </a:p>
      </dsp:txBody>
      <dsp:txXfrm>
        <a:off x="0" y="1131490"/>
        <a:ext cx="8229600" cy="1131490"/>
      </dsp:txXfrm>
    </dsp:sp>
    <dsp:sp modelId="{F550E3E2-FAF0-D949-A2E4-E53210339F7A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1A91A-1FE0-1541-B781-41AA63D61885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Purpose: affordable and accessible computing for students, hobbyists, and engineers</a:t>
          </a:r>
        </a:p>
      </dsp:txBody>
      <dsp:txXfrm>
        <a:off x="0" y="2262981"/>
        <a:ext cx="8229600" cy="1131490"/>
      </dsp:txXfrm>
    </dsp:sp>
    <dsp:sp modelId="{5C619128-9A88-CD4B-9CFD-0567041C3119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8F916-39AF-8D4D-B4B1-72977EEDE8F6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Used in STEM education, DIY projects, IoT, robotics, and more</a:t>
          </a:r>
        </a:p>
      </dsp:txBody>
      <dsp:txXfrm>
        <a:off x="0" y="3394472"/>
        <a:ext cx="8229600" cy="11314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9644A-6F9B-4D73-B74B-0251E016A3B0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9B3B41-DCBD-40C0-B5ED-397A8B4B999F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500EE-F3DC-4D1F-9E00-5B6A2000F122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2–3× faster CPU performance vs. Pi 4</a:t>
          </a:r>
        </a:p>
      </dsp:txBody>
      <dsp:txXfrm>
        <a:off x="1736122" y="1100"/>
        <a:ext cx="2172539" cy="921683"/>
      </dsp:txXfrm>
    </dsp:sp>
    <dsp:sp modelId="{5C6CE6A6-26E5-496C-B83B-0459CC00A8A0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F10F8-FE2C-4BDB-9447-0F5A834E9896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38BFC-A7B9-4571-90E6-5243BF23C010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New GPU (VideoCore VII) for 4K video and smoother graphics</a:t>
          </a:r>
        </a:p>
      </dsp:txBody>
      <dsp:txXfrm>
        <a:off x="5406396" y="1100"/>
        <a:ext cx="2172539" cy="921683"/>
      </dsp:txXfrm>
    </dsp:sp>
    <dsp:sp modelId="{228F275B-820C-47A4-99DF-05C360304DCA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6DD0EB-6FFE-4C63-BA6F-2A44A7798EBF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85C963-EFB8-49CC-B12D-CFFBB9368FEC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First Pi with PCIe expansion support</a:t>
          </a:r>
        </a:p>
      </dsp:txBody>
      <dsp:txXfrm>
        <a:off x="1736122" y="1635560"/>
        <a:ext cx="2172539" cy="921683"/>
      </dsp:txXfrm>
    </dsp:sp>
    <dsp:sp modelId="{BC965725-0CB0-479C-AF04-2A22E0B19DB7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4BF94-111B-4A61-A158-5A21EBAB2233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20E4D-F756-4E5C-9BA6-875960455F40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New RP1 I/O Controller chip</a:t>
          </a:r>
        </a:p>
      </dsp:txBody>
      <dsp:txXfrm>
        <a:off x="5406396" y="1635560"/>
        <a:ext cx="2172539" cy="921683"/>
      </dsp:txXfrm>
    </dsp:sp>
    <dsp:sp modelId="{9E9221EC-C3F0-404F-AFED-D7B048099C07}">
      <dsp:nvSpPr>
        <dsp:cNvPr id="0" name=""/>
        <dsp:cNvSpPr/>
      </dsp:nvSpPr>
      <dsp:spPr>
        <a:xfrm>
          <a:off x="2321874" y="3214941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194CC9-B889-4C89-A095-0B6183E6E4D8}">
      <dsp:nvSpPr>
        <dsp:cNvPr id="0" name=""/>
        <dsp:cNvSpPr/>
      </dsp:nvSpPr>
      <dsp:spPr>
        <a:xfrm>
          <a:off x="2515429" y="3408491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BFE2C-1CF0-402D-BFA8-C9677351168F}">
      <dsp:nvSpPr>
        <dsp:cNvPr id="0" name=""/>
        <dsp:cNvSpPr/>
      </dsp:nvSpPr>
      <dsp:spPr>
        <a:xfrm>
          <a:off x="3441065" y="3214941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Dual 4K display support at 60fps</a:t>
          </a:r>
        </a:p>
      </dsp:txBody>
      <dsp:txXfrm>
        <a:off x="3441065" y="3214941"/>
        <a:ext cx="2172539" cy="9216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02A9-EB08-F847-96B9-8D3642906345}">
      <dsp:nvSpPr>
        <dsp:cNvPr id="0" name=""/>
        <dsp:cNvSpPr/>
      </dsp:nvSpPr>
      <dsp:spPr>
        <a:xfrm>
          <a:off x="0" y="1183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Earlier versions: Pi 1, Pi 2, Pi 3, Pi 4</a:t>
          </a:r>
        </a:p>
      </dsp:txBody>
      <dsp:txXfrm>
        <a:off x="52359" y="53542"/>
        <a:ext cx="8124882" cy="967861"/>
      </dsp:txXfrm>
    </dsp:sp>
    <dsp:sp modelId="{369A0594-E5DB-E944-BEE5-01372E1F03CC}">
      <dsp:nvSpPr>
        <dsp:cNvPr id="0" name=""/>
        <dsp:cNvSpPr/>
      </dsp:nvSpPr>
      <dsp:spPr>
        <a:xfrm>
          <a:off x="0" y="1151522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Special editions: Pi Zero, Pi Pico (smaller, low-power boards)</a:t>
          </a:r>
        </a:p>
      </dsp:txBody>
      <dsp:txXfrm>
        <a:off x="52359" y="1203881"/>
        <a:ext cx="8124882" cy="967861"/>
      </dsp:txXfrm>
    </dsp:sp>
    <dsp:sp modelId="{CEDD1552-2C49-3643-96B4-28DD698096F9}">
      <dsp:nvSpPr>
        <dsp:cNvPr id="0" name=""/>
        <dsp:cNvSpPr/>
      </dsp:nvSpPr>
      <dsp:spPr>
        <a:xfrm>
          <a:off x="0" y="2301861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Current flagship: Raspberry Pi 5 (2023)</a:t>
          </a:r>
        </a:p>
      </dsp:txBody>
      <dsp:txXfrm>
        <a:off x="52359" y="2354220"/>
        <a:ext cx="8124882" cy="967861"/>
      </dsp:txXfrm>
    </dsp:sp>
    <dsp:sp modelId="{16B4403B-2AE4-264B-91E2-77CA3924ABF0}">
      <dsp:nvSpPr>
        <dsp:cNvPr id="0" name=""/>
        <dsp:cNvSpPr/>
      </dsp:nvSpPr>
      <dsp:spPr>
        <a:xfrm>
          <a:off x="0" y="3452200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Options: 4GB LPDDR4X RAM or 8GB LPDDR4X RAM</a:t>
          </a:r>
        </a:p>
      </dsp:txBody>
      <dsp:txXfrm>
        <a:off x="52359" y="3504559"/>
        <a:ext cx="8124882" cy="9678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6A5C9-C8B0-4A1C-BB56-DDAF73846A65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994BA-A2E2-4258-BB46-EE2F9544D8B7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Broadcom BCM2712, quad-core ARM Cortex-A76 @ 2.4GHz</a:t>
          </a:r>
        </a:p>
      </dsp:txBody>
      <dsp:txXfrm>
        <a:off x="729373" y="1314747"/>
        <a:ext cx="1488867" cy="595546"/>
      </dsp:txXfrm>
    </dsp:sp>
    <dsp:sp modelId="{BF78D4DB-F28E-49E2-A341-C2184A8B1F58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D9CE2-169B-45D3-B8B8-743EEB6C9F51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GPU: VideoCore VII @ 800MHz</a:t>
          </a:r>
        </a:p>
      </dsp:txBody>
      <dsp:txXfrm>
        <a:off x="2478792" y="1314747"/>
        <a:ext cx="1488867" cy="595546"/>
      </dsp:txXfrm>
    </dsp:sp>
    <dsp:sp modelId="{CAD66F02-B156-40D1-A61E-409271B48280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24954-5D1A-449C-94B2-F70A8B252CBB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Up to 8GB LPDDR4X RAM</a:t>
          </a:r>
        </a:p>
      </dsp:txBody>
      <dsp:txXfrm>
        <a:off x="4228211" y="1314747"/>
        <a:ext cx="1488867" cy="595546"/>
      </dsp:txXfrm>
    </dsp:sp>
    <dsp:sp modelId="{9483F588-4360-4A4B-8A45-199DA57E602B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CF4BC-5510-4698-A098-05F7BACA8DA6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 × HDMI 2.1 ports (dual 4K@60fps)</a:t>
          </a:r>
        </a:p>
      </dsp:txBody>
      <dsp:txXfrm>
        <a:off x="5977630" y="1314747"/>
        <a:ext cx="1488867" cy="595546"/>
      </dsp:txXfrm>
    </dsp:sp>
    <dsp:sp modelId="{885AFC95-66F7-4CB5-904D-FD635662E381}">
      <dsp:nvSpPr>
        <dsp:cNvPr id="0" name=""/>
        <dsp:cNvSpPr/>
      </dsp:nvSpPr>
      <dsp:spPr>
        <a:xfrm>
          <a:off x="2888230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A9095-9F9B-4C7C-975B-6ECBD171714E}">
      <dsp:nvSpPr>
        <dsp:cNvPr id="0" name=""/>
        <dsp:cNvSpPr/>
      </dsp:nvSpPr>
      <dsp:spPr>
        <a:xfrm>
          <a:off x="2478792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MicroSD slot with SDR104 high-speed support</a:t>
          </a:r>
        </a:p>
      </dsp:txBody>
      <dsp:txXfrm>
        <a:off x="2478792" y="3204069"/>
        <a:ext cx="1488867" cy="595546"/>
      </dsp:txXfrm>
    </dsp:sp>
    <dsp:sp modelId="{F69570E0-1A89-46DF-88A5-3475C006CCA1}">
      <dsp:nvSpPr>
        <dsp:cNvPr id="0" name=""/>
        <dsp:cNvSpPr/>
      </dsp:nvSpPr>
      <dsp:spPr>
        <a:xfrm>
          <a:off x="4637649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03EE5-2ACC-4B0D-B4AA-FA7D85A40296}">
      <dsp:nvSpPr>
        <dsp:cNvPr id="0" name=""/>
        <dsp:cNvSpPr/>
      </dsp:nvSpPr>
      <dsp:spPr>
        <a:xfrm>
          <a:off x="422821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PCIe 2.0 (1 lane) via FFC connector</a:t>
          </a:r>
        </a:p>
      </dsp:txBody>
      <dsp:txXfrm>
        <a:off x="4228211" y="3204069"/>
        <a:ext cx="1488867" cy="5955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1EB84C-51C1-4CD2-B997-77DF8E693DFE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57D804-94D2-4F84-ABFC-12BBA1A04729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D1AA7-39EE-456A-83A3-C313F2C618F4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2 × USB 3.0 ports + 2 × USB 2.0 ports</a:t>
          </a:r>
        </a:p>
      </dsp:txBody>
      <dsp:txXfrm>
        <a:off x="25435" y="2456402"/>
        <a:ext cx="1800000" cy="720000"/>
      </dsp:txXfrm>
    </dsp:sp>
    <dsp:sp modelId="{28047DB4-18E3-46D4-8F00-0832287B2E9B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292374-4BE7-4065-93EF-EC30F3EB91DC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1C3AC-FACB-4E21-A762-2292641EB339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Gigabit Ethernet</a:t>
          </a:r>
        </a:p>
      </dsp:txBody>
      <dsp:txXfrm>
        <a:off x="2140435" y="2456402"/>
        <a:ext cx="1800000" cy="720000"/>
      </dsp:txXfrm>
    </dsp:sp>
    <dsp:sp modelId="{265011A0-7FF1-4666-A1A6-66F383609E6B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345B18-3629-4E47-87ED-62148FB9BD5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7D279-9A7D-46C3-A2A7-A454F1947885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Wi-Fi 802.11ac (dual-band)</a:t>
          </a:r>
        </a:p>
      </dsp:txBody>
      <dsp:txXfrm>
        <a:off x="4255435" y="2456402"/>
        <a:ext cx="1800000" cy="720000"/>
      </dsp:txXfrm>
    </dsp:sp>
    <dsp:sp modelId="{55527F27-EB63-4B7B-B82C-A2826DB3932B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E5E47-D3E5-45EC-B904-5D9727DB549C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33D2D-5B39-4E71-993F-F1301227FF70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Bluetooth 5.0</a:t>
          </a:r>
        </a:p>
      </dsp:txBody>
      <dsp:txXfrm>
        <a:off x="6370435" y="245640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EEA610-C6D6-4AAD-8BB2-FA6053D5AED0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FE55DC-E00B-4B5F-912B-5D7C13E17435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Affordable desktop replacement</a:t>
          </a:r>
        </a:p>
      </dsp:txBody>
      <dsp:txXfrm>
        <a:off x="729373" y="1314747"/>
        <a:ext cx="1488867" cy="595546"/>
      </dsp:txXfrm>
    </dsp:sp>
    <dsp:sp modelId="{0164C7E1-E4D2-4C6F-96E5-5857B95A8AA6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83E9CD-A893-469B-AA95-8662DBA1E0A3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Robotics &amp; IoT projects</a:t>
          </a:r>
        </a:p>
      </dsp:txBody>
      <dsp:txXfrm>
        <a:off x="2478792" y="1314747"/>
        <a:ext cx="1488867" cy="595546"/>
      </dsp:txXfrm>
    </dsp:sp>
    <dsp:sp modelId="{33208FC1-3B1A-4752-84BC-CD2F12941F8B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ED625-0294-4D3F-9A6E-0386DCCE3BFA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Media center (Kodi, Plex, 4K streaming)</a:t>
          </a:r>
        </a:p>
      </dsp:txBody>
      <dsp:txXfrm>
        <a:off x="4228211" y="1314747"/>
        <a:ext cx="1488867" cy="595546"/>
      </dsp:txXfrm>
    </dsp:sp>
    <dsp:sp modelId="{6E128D06-8B27-4574-905E-A6804CC189F2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94F7BD-3349-4327-8B7E-7FE0767A82A3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Home automation</a:t>
          </a:r>
        </a:p>
      </dsp:txBody>
      <dsp:txXfrm>
        <a:off x="5977630" y="1314747"/>
        <a:ext cx="1488867" cy="595546"/>
      </dsp:txXfrm>
    </dsp:sp>
    <dsp:sp modelId="{980DA25A-CE6F-4FC8-86CC-C1EF4B4A82F8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71737-7FBB-4C1B-A612-6908DC0D954C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AI &amp; ML experiments</a:t>
          </a:r>
        </a:p>
      </dsp:txBody>
      <dsp:txXfrm>
        <a:off x="3353501" y="3204069"/>
        <a:ext cx="1488867" cy="5955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4BF8F-E956-475C-B117-1877ECAEB253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25D3F3-32E5-4B7E-8A34-C63291E9856A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EA07D-6CF2-4A86-BD0D-E342CE75FA1D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CPU: Cortex-A72 @ 1.5GHz → Cortex-A76 @ 2.4GHz</a:t>
          </a:r>
        </a:p>
      </dsp:txBody>
      <dsp:txXfrm>
        <a:off x="25435" y="2456402"/>
        <a:ext cx="1800000" cy="720000"/>
      </dsp:txXfrm>
    </dsp:sp>
    <dsp:sp modelId="{495F4524-FAD8-4526-ABE9-C31510FBCBFF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5A78A-6609-4069-9812-76BA2B5326B3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66987-1D5A-4041-89D8-8CFDF4202143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GPU: VideoCore VI → VideoCore VII</a:t>
          </a:r>
        </a:p>
      </dsp:txBody>
      <dsp:txXfrm>
        <a:off x="2140435" y="2456402"/>
        <a:ext cx="1800000" cy="720000"/>
      </dsp:txXfrm>
    </dsp:sp>
    <dsp:sp modelId="{96DDD0BC-1327-49B8-8BD5-1C7227EA7B99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BC642D-E14D-43BB-AEF7-DF142F13AED7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0ED58-56E6-4C48-BFBD-3356D7880106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USB: 2× USB 3.0 → 2× USB 3.0 + PCIe</a:t>
          </a:r>
        </a:p>
      </dsp:txBody>
      <dsp:txXfrm>
        <a:off x="4255435" y="2456402"/>
        <a:ext cx="1800000" cy="720000"/>
      </dsp:txXfrm>
    </dsp:sp>
    <dsp:sp modelId="{14EA5C2A-6D00-4A12-ADE1-9B41BD37E2AB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F6714C-7BCB-46D8-8620-AC120EE0217C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35FB2-51FF-4C27-B031-BC997B887D68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Power: 5V/3A → 5V/5A</a:t>
          </a:r>
        </a:p>
      </dsp:txBody>
      <dsp:txXfrm>
        <a:off x="6370435" y="245640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79065-81A2-9D46-BA93-0D77D334B313}">
      <dsp:nvSpPr>
        <dsp:cNvPr id="0" name=""/>
        <dsp:cNvSpPr/>
      </dsp:nvSpPr>
      <dsp:spPr>
        <a:xfrm>
          <a:off x="0" y="19461"/>
          <a:ext cx="8229600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✅ Faster performance</a:t>
          </a:r>
        </a:p>
      </dsp:txBody>
      <dsp:txXfrm>
        <a:off x="40209" y="59670"/>
        <a:ext cx="8149182" cy="743262"/>
      </dsp:txXfrm>
    </dsp:sp>
    <dsp:sp modelId="{215D5E1A-862F-5C4C-A330-7EA4A74581ED}">
      <dsp:nvSpPr>
        <dsp:cNvPr id="0" name=""/>
        <dsp:cNvSpPr/>
      </dsp:nvSpPr>
      <dsp:spPr>
        <a:xfrm>
          <a:off x="0" y="935301"/>
          <a:ext cx="8229600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✅ PCIe expandability</a:t>
          </a:r>
        </a:p>
      </dsp:txBody>
      <dsp:txXfrm>
        <a:off x="40209" y="975510"/>
        <a:ext cx="8149182" cy="743262"/>
      </dsp:txXfrm>
    </dsp:sp>
    <dsp:sp modelId="{85C56A42-0D87-EF49-952E-E16E07893463}">
      <dsp:nvSpPr>
        <dsp:cNvPr id="0" name=""/>
        <dsp:cNvSpPr/>
      </dsp:nvSpPr>
      <dsp:spPr>
        <a:xfrm>
          <a:off x="0" y="1851141"/>
          <a:ext cx="8229600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✅ Dual 4K displays</a:t>
          </a:r>
        </a:p>
      </dsp:txBody>
      <dsp:txXfrm>
        <a:off x="40209" y="1891350"/>
        <a:ext cx="8149182" cy="743262"/>
      </dsp:txXfrm>
    </dsp:sp>
    <dsp:sp modelId="{5ACCD0D4-E805-3243-8F4F-F8ACFFF4E016}">
      <dsp:nvSpPr>
        <dsp:cNvPr id="0" name=""/>
        <dsp:cNvSpPr/>
      </dsp:nvSpPr>
      <dsp:spPr>
        <a:xfrm>
          <a:off x="0" y="2766981"/>
          <a:ext cx="8229600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⚠️ Higher power requirement</a:t>
          </a:r>
        </a:p>
      </dsp:txBody>
      <dsp:txXfrm>
        <a:off x="40209" y="2807190"/>
        <a:ext cx="8149182" cy="743262"/>
      </dsp:txXfrm>
    </dsp:sp>
    <dsp:sp modelId="{A82C66DB-B892-E74F-B857-BE12ACB753AB}">
      <dsp:nvSpPr>
        <dsp:cNvPr id="0" name=""/>
        <dsp:cNvSpPr/>
      </dsp:nvSpPr>
      <dsp:spPr>
        <a:xfrm>
          <a:off x="0" y="3682821"/>
          <a:ext cx="8229600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⚠️ Needs cooling for heavy use</a:t>
          </a:r>
        </a:p>
      </dsp:txBody>
      <dsp:txXfrm>
        <a:off x="40209" y="3723030"/>
        <a:ext cx="8149182" cy="7432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92B775-D27C-4E5E-AD40-C0F93B00A29E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DFD421-FE58-4D63-9C96-ED22F881AC57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34756-8EC0-4284-ADEC-D7DED8696D13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Raspberry Pi 5 is the most powerful Pi yet</a:t>
          </a:r>
        </a:p>
      </dsp:txBody>
      <dsp:txXfrm>
        <a:off x="1493203" y="552"/>
        <a:ext cx="6736396" cy="1292816"/>
      </dsp:txXfrm>
    </dsp:sp>
    <dsp:sp modelId="{1A37B8AB-6684-4060-966E-4BE37654933C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28702-E59E-453F-B8A1-C9B8EAA97194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2078A-C99E-4124-9192-5BCA8BBD3168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Brings desktop-class computing in small form factor</a:t>
          </a:r>
        </a:p>
      </dsp:txBody>
      <dsp:txXfrm>
        <a:off x="1493203" y="1616573"/>
        <a:ext cx="6736396" cy="1292816"/>
      </dsp:txXfrm>
    </dsp:sp>
    <dsp:sp modelId="{FE2284F2-BCFB-4A48-AF26-F330529774E6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99E16A-AD6B-4B7E-A353-138E23DCDE35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3CBAA-6F08-4E0D-940A-E44670C84E0B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Ideal for students, makers, and developers</a:t>
          </a:r>
        </a:p>
      </dsp:txBody>
      <dsp:txXfrm>
        <a:off x="1493203" y="3232593"/>
        <a:ext cx="6736396" cy="129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hyperlink" Target="https://www.raspberrypi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Raspberry Pi 5 - 8 GB RAM : ID 5813 : Adafruit Industries, Unique &amp; fun DIY  electronics and kits">
            <a:extLst>
              <a:ext uri="{FF2B5EF4-FFF2-40B4-BE49-F238E27FC236}">
                <a16:creationId xmlns:a16="http://schemas.microsoft.com/office/drawing/2014/main" id="{8678AD14-2397-9C64-1424-9B2D45930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" t="3750" r="30772" b="2"/>
          <a:stretch>
            <a:fillRect/>
          </a:stretch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3" name="Rectangle 105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1745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8319" y="291837"/>
            <a:ext cx="3996225" cy="19941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dirty="0"/>
              <a:t>Raspberry Pi 5</a:t>
            </a: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475738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8320" y="2718054"/>
            <a:ext cx="3478432" cy="3207258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 Latest Generation of Single-Board Computing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Jesus Ocampo 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Ahad Maredia</a:t>
            </a:r>
            <a:br>
              <a:rPr lang="en-US" sz="2800" dirty="0">
                <a:solidFill>
                  <a:schemeClr val="tx1"/>
                </a:solidFill>
              </a:rPr>
            </a:br>
            <a:endParaRPr lang="en-US" sz="2800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ITAI 2374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A371AD-BBB5-82A4-5BDF-148E5A153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588038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ircuit board">
            <a:extLst>
              <a:ext uri="{FF2B5EF4-FFF2-40B4-BE49-F238E27FC236}">
                <a16:creationId xmlns:a16="http://schemas.microsoft.com/office/drawing/2014/main" id="{B8A6DF81-ED11-1854-B7DF-5A5FF9CC58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93" r="15857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US" sz="3500"/>
              <a:t>Raspberry Pi 5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304" y="2390660"/>
            <a:ext cx="4230477" cy="3868407"/>
          </a:xfrm>
        </p:spPr>
        <p:txBody>
          <a:bodyPr anchor="ctr">
            <a:normAutofit/>
          </a:bodyPr>
          <a:lstStyle/>
          <a:p>
            <a:endParaRPr lang="en-US" sz="2000" dirty="0"/>
          </a:p>
          <a:p>
            <a:pPr>
              <a:defRPr sz="2000"/>
            </a:pPr>
            <a:r>
              <a:rPr lang="en-US" sz="2000" dirty="0"/>
              <a:t>Released in October 2023</a:t>
            </a:r>
          </a:p>
          <a:p>
            <a:pPr>
              <a:defRPr sz="2000"/>
            </a:pPr>
            <a:r>
              <a:rPr lang="en-US" sz="2000" dirty="0"/>
              <a:t>Fifth generation of Raspberry Pi boards</a:t>
            </a:r>
          </a:p>
          <a:p>
            <a:pPr>
              <a:defRPr sz="2000"/>
            </a:pPr>
            <a:r>
              <a:rPr lang="en-US" sz="2000" dirty="0"/>
              <a:t>Brings desktop-like performance at a very low cost (around $60 - $70)</a:t>
            </a:r>
          </a:p>
          <a:p>
            <a:pPr>
              <a:defRPr sz="2000"/>
            </a:pPr>
            <a:r>
              <a:rPr lang="en-US" sz="2000" dirty="0"/>
              <a:t>Available in 4GB and 8GB RAM versions</a:t>
            </a:r>
          </a:p>
          <a:p>
            <a:pPr>
              <a:defRPr sz="2000"/>
            </a:pPr>
            <a:r>
              <a:rPr lang="en-US" sz="2000" dirty="0"/>
              <a:t>Supports Raspberry Pi OS and other operating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Innovations in Pi 5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7E73AEE2-2A91-C0FC-8D49-11AA1C611E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03414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/ Models of Raspberry Pi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FA8B49-6480-2BF0-9988-3DF10F51AF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Hardware Specifications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D90767-0AAA-3EDC-9DEF-7E73EB06C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23076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Power Requirements</a:t>
            </a:r>
          </a:p>
        </p:txBody>
      </p:sp>
      <p:pic>
        <p:nvPicPr>
          <p:cNvPr id="5" name="Picture 4" descr="Yellow and orange electric plug">
            <a:extLst>
              <a:ext uri="{FF2B5EF4-FFF2-40B4-BE49-F238E27FC236}">
                <a16:creationId xmlns:a16="http://schemas.microsoft.com/office/drawing/2014/main" id="{DC85A6EF-4428-1050-B293-9924C6BA32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88" r="34111" b="-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endParaRPr lang="en-US" sz="2000" dirty="0"/>
          </a:p>
          <a:p>
            <a:pPr>
              <a:defRPr sz="2000"/>
            </a:pPr>
            <a:r>
              <a:rPr lang="en-US" sz="2000" dirty="0"/>
              <a:t>USB-C power input (5V/5A recommended)</a:t>
            </a:r>
          </a:p>
          <a:p>
            <a:pPr>
              <a:defRPr sz="2000"/>
            </a:pPr>
            <a:r>
              <a:rPr lang="en-US" sz="2000" dirty="0"/>
              <a:t>Typical consumption ~12W</a:t>
            </a:r>
          </a:p>
          <a:p>
            <a:pPr>
              <a:defRPr sz="2000"/>
            </a:pPr>
            <a:r>
              <a:rPr lang="en-US" sz="2000" dirty="0"/>
              <a:t>Active cooling recommended</a:t>
            </a:r>
          </a:p>
          <a:p>
            <a:pPr>
              <a:defRPr sz="2000"/>
            </a:pPr>
            <a:r>
              <a:rPr lang="en-US" sz="2000" dirty="0"/>
              <a:t>Optional Raspberry Pi Active Cooler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Connectivity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6F651F-C094-B0E2-4FDC-ACFA49C3D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86656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Storage &amp;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endParaRPr lang="en-US" sz="2400" dirty="0"/>
          </a:p>
          <a:p>
            <a:pPr>
              <a:defRPr sz="2000"/>
            </a:pPr>
            <a:r>
              <a:rPr lang="en-US" sz="2400" dirty="0"/>
              <a:t>Boot from microSD or external SSD</a:t>
            </a:r>
          </a:p>
          <a:p>
            <a:pPr>
              <a:defRPr sz="2000"/>
            </a:pPr>
            <a:r>
              <a:rPr lang="en-US" sz="2400" dirty="0"/>
              <a:t>PCIe slot for NVMe storage expansion</a:t>
            </a:r>
          </a:p>
          <a:p>
            <a:pPr>
              <a:defRPr sz="2000"/>
            </a:pPr>
            <a:r>
              <a:rPr lang="en-US" sz="2400" dirty="0"/>
              <a:t>40-pin GPIO header for electronics projects</a:t>
            </a:r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314E4D1A-D87E-D16F-5100-0519FF978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641" r="11809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Use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612EFF-3573-775D-FF7A-DC41F38954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067907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Comparison: Pi 4 vs Pi 5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6D7365-E2BD-FABB-85C6-1F73B48367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8422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C0739E-60E5-E65E-3A29-2A0E7DC30C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A3FC92-DD31-946F-9321-598516E0F1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489" y="2743200"/>
            <a:ext cx="3737041" cy="3613149"/>
          </a:xfrm>
        </p:spPr>
        <p:txBody>
          <a:bodyPr anchor="ctr">
            <a:normAutofit/>
          </a:bodyPr>
          <a:lstStyle/>
          <a:p>
            <a:endParaRPr lang="en-US" sz="2000" dirty="0"/>
          </a:p>
          <a:p>
            <a:pPr>
              <a:defRPr sz="2000"/>
            </a:pPr>
            <a:r>
              <a:rPr lang="en-US" sz="2000" dirty="0"/>
              <a:t>Raspberry Pi Official Website: </a:t>
            </a:r>
            <a:r>
              <a:rPr lang="en-US" sz="2000" dirty="0">
                <a:hlinkClick r:id="rId2"/>
              </a:rPr>
              <a:t>https://www.raspberrypi.com</a:t>
            </a:r>
            <a:endParaRPr lang="en-US" sz="2000" dirty="0"/>
          </a:p>
          <a:p>
            <a:pPr>
              <a:defRPr sz="2000"/>
            </a:pPr>
            <a:endParaRPr lang="en-US" sz="2000" dirty="0"/>
          </a:p>
          <a:p>
            <a:pPr marL="457200" indent="-457200"/>
            <a:r>
              <a:rPr lang="en-US" sz="1800" dirty="0" err="1">
                <a:effectLst/>
                <a:latin typeface="Times New Roman" panose="02020603050405020304" pitchFamily="18" charset="0"/>
              </a:rPr>
              <a:t>NetworkChuck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. “the Raspberry Pi 5.” </a:t>
            </a:r>
            <a:r>
              <a:rPr lang="en-US" sz="1800" i="1" dirty="0">
                <a:effectLst/>
                <a:latin typeface="Times New Roman" panose="02020603050405020304" pitchFamily="18" charset="0"/>
              </a:rPr>
              <a:t>YouTube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, 28 Sept. 2023,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www.youtube.com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/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watch?v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=jsKqQvFk7Sk.</a:t>
            </a:r>
          </a:p>
        </p:txBody>
      </p:sp>
      <p:pic>
        <p:nvPicPr>
          <p:cNvPr id="5" name="Picture 4" descr="Locator flag on a city map">
            <a:extLst>
              <a:ext uri="{FF2B5EF4-FFF2-40B4-BE49-F238E27FC236}">
                <a16:creationId xmlns:a16="http://schemas.microsoft.com/office/drawing/2014/main" id="{5A755C77-B0D1-2303-1393-51252944D9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88" r="4906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476</Words>
  <Application>Microsoft Macintosh PowerPoint</Application>
  <PresentationFormat>On-screen Show (4:3)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Raspberry Pi 5</vt:lpstr>
      <vt:lpstr>Introduction</vt:lpstr>
      <vt:lpstr>Raspberry Pi 5 Overview</vt:lpstr>
      <vt:lpstr>Key Innovations in Pi 5</vt:lpstr>
      <vt:lpstr>Types / Models of Raspberry Pi</vt:lpstr>
      <vt:lpstr>Hardware Specifications</vt:lpstr>
      <vt:lpstr>Power Requirements</vt:lpstr>
      <vt:lpstr>Connectivity</vt:lpstr>
      <vt:lpstr>Storage &amp; Expansion</vt:lpstr>
      <vt:lpstr>Use Cases</vt:lpstr>
      <vt:lpstr>Comparison: Pi 4 vs Pi 5</vt:lpstr>
      <vt:lpstr>Advantages &amp; Limitations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ahad.maredia-W214270975</cp:lastModifiedBy>
  <cp:revision>3</cp:revision>
  <dcterms:created xsi:type="dcterms:W3CDTF">2013-01-27T09:14:16Z</dcterms:created>
  <dcterms:modified xsi:type="dcterms:W3CDTF">2025-10-11T23:57:56Z</dcterms:modified>
  <cp:category/>
</cp:coreProperties>
</file>